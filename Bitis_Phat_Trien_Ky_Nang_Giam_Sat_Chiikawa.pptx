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0.svg" ContentType="image/svg+xml"/>
  <Override PartName="/ppt/media/image31.svg" ContentType="image/svg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9"/>
    <a:srgbClr val="B67E00"/>
    <a:srgbClr val="FFF2CF"/>
    <a:srgbClr val="BBFFC8"/>
    <a:srgbClr val="9CCCEF"/>
    <a:srgbClr val="BBE6F7"/>
    <a:srgbClr val="FEA9B6"/>
    <a:srgbClr val="FFE8F4"/>
    <a:srgbClr val="E2EFFB"/>
    <a:srgbClr val="FFEF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2E417-3B06-444A-B8ED-1827C9C93F7B}" v="425" dt="2026-10-06T03:13:17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2"/>
    <p:restoredTop sz="94590"/>
  </p:normalViewPr>
  <p:slideViewPr>
    <p:cSldViewPr snapToGrid="0" showGuides="1">
      <p:cViewPr>
        <p:scale>
          <a:sx n="108" d="100"/>
          <a:sy n="108" d="100"/>
        </p:scale>
        <p:origin x="472" y="103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ông Nguyễn Thành" userId="2bb69f501827e366" providerId="LiveId" clId="{09D93F8F-3B79-5C51-8298-CF1F0CFF2DFD}"/>
    <pc:docChg chg="custSel addSld delSld modSld sldOrd">
      <pc:chgData name="Công Nguyễn Thành" userId="2bb69f501827e366" providerId="LiveId" clId="{09D93F8F-3B79-5C51-8298-CF1F0CFF2DFD}" dt="2026-10-06T03:13:24.809" v="169" actId="1076"/>
      <pc:docMkLst>
        <pc:docMk/>
      </pc:docMkLst>
      <pc:sldChg chg="addSp modSp mod modAnim">
        <pc:chgData name="Công Nguyễn Thành" userId="2bb69f501827e366" providerId="LiveId" clId="{09D93F8F-3B79-5C51-8298-CF1F0CFF2DFD}" dt="2026-10-06T03:13:24.809" v="169" actId="1076"/>
        <pc:sldMkLst>
          <pc:docMk/>
          <pc:sldMk cId="1562850352" sldId="272"/>
        </pc:sldMkLst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2" creationId="{D67F9280-F966-5A23-F7EA-304E9F689F80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3" creationId="{85364ED2-249C-E57E-38F5-FD8FA79AC7AE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8" creationId="{E1E213B0-7781-E103-0F7D-4BED5F319C83}"/>
          </ac:spMkLst>
        </pc:spChg>
        <pc:spChg chg="mod">
          <ac:chgData name="Công Nguyễn Thành" userId="2bb69f501827e366" providerId="LiveId" clId="{09D93F8F-3B79-5C51-8298-CF1F0CFF2DFD}" dt="2026-10-06T03:04:05.435" v="34"/>
          <ac:spMkLst>
            <pc:docMk/>
            <pc:sldMk cId="1562850352" sldId="272"/>
            <ac:spMk id="29" creationId="{3AC8568A-B485-DA20-2CFE-5F8DB54A5827}"/>
          </ac:spMkLst>
        </pc:spChg>
        <pc:spChg chg="mod">
          <ac:chgData name="Công Nguyễn Thành" userId="2bb69f501827e366" providerId="LiveId" clId="{09D93F8F-3B79-5C51-8298-CF1F0CFF2DFD}" dt="2026-10-06T03:11:12.988" v="115"/>
          <ac:spMkLst>
            <pc:docMk/>
            <pc:sldMk cId="1562850352" sldId="272"/>
            <ac:spMk id="30" creationId="{F84B7BBD-9993-EBDA-EF73-CE6F32C82226}"/>
          </ac:spMkLst>
        </pc:spChg>
        <pc:spChg chg="mod">
          <ac:chgData name="Công Nguyễn Thành" userId="2bb69f501827e366" providerId="LiveId" clId="{09D93F8F-3B79-5C51-8298-CF1F0CFF2DFD}" dt="2026-10-06T03:11:46.994" v="119"/>
          <ac:spMkLst>
            <pc:docMk/>
            <pc:sldMk cId="1562850352" sldId="272"/>
            <ac:spMk id="31" creationId="{019CFDAA-6766-351A-DB76-D22EA975EB80}"/>
          </ac:spMkLst>
        </pc:spChg>
        <pc:spChg chg="add mod">
          <ac:chgData name="Công Nguyễn Thành" userId="2bb69f501827e366" providerId="LiveId" clId="{09D93F8F-3B79-5C51-8298-CF1F0CFF2DFD}" dt="2026-10-06T03:13:24.809" v="169" actId="1076"/>
          <ac:spMkLst>
            <pc:docMk/>
            <pc:sldMk cId="1562850352" sldId="272"/>
            <ac:spMk id="35" creationId="{8F204178-930A-4D33-36DB-64F420CE2A28}"/>
          </ac:spMkLst>
        </pc:spChg>
        <pc:spChg chg="mod">
          <ac:chgData name="Công Nguyễn Thành" userId="2bb69f501827e366" providerId="LiveId" clId="{09D93F8F-3B79-5C51-8298-CF1F0CFF2DFD}" dt="2026-10-06T03:04:20.104" v="35"/>
          <ac:spMkLst>
            <pc:docMk/>
            <pc:sldMk cId="1562850352" sldId="272"/>
            <ac:spMk id="43" creationId="{00FF5257-32C4-01CB-34C3-549018701B49}"/>
          </ac:spMkLst>
        </pc:spChg>
        <pc:spChg chg="mod">
          <ac:chgData name="Công Nguyễn Thành" userId="2bb69f501827e366" providerId="LiveId" clId="{09D93F8F-3B79-5C51-8298-CF1F0CFF2DFD}" dt="2026-10-06T03:11:20.792" v="116"/>
          <ac:spMkLst>
            <pc:docMk/>
            <pc:sldMk cId="1562850352" sldId="272"/>
            <ac:spMk id="44" creationId="{97BF6923-A820-BE89-4E2B-1BCA92E38572}"/>
          </ac:spMkLst>
        </pc:spChg>
        <pc:spChg chg="mod">
          <ac:chgData name="Công Nguyễn Thành" userId="2bb69f501827e366" providerId="LiveId" clId="{09D93F8F-3B79-5C51-8298-CF1F0CFF2DFD}" dt="2026-10-06T03:11:59.278" v="120"/>
          <ac:spMkLst>
            <pc:docMk/>
            <pc:sldMk cId="1562850352" sldId="272"/>
            <ac:spMk id="45" creationId="{C4FB47AD-787D-6DBC-9B85-1092AE74495E}"/>
          </ac:spMkLst>
        </pc:s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6" creationId="{17D2D57A-E6F1-837A-F767-8C1E60D06378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7" creationId="{9D4DB24A-E743-67D4-DE16-88C02E5BA942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8" creationId="{4404C836-D71A-97E7-5F96-DD96FF75E8E5}"/>
          </ac:grpSpMkLst>
        </pc:grpChg>
        <pc:grpChg chg="mod">
          <ac:chgData name="Công Nguyễn Thành" userId="2bb69f501827e366" providerId="LiveId" clId="{09D93F8F-3B79-5C51-8298-CF1F0CFF2DFD}" dt="2026-10-06T03:13:17.271" v="168" actId="166"/>
          <ac:grpSpMkLst>
            <pc:docMk/>
            <pc:sldMk cId="1562850352" sldId="272"/>
            <ac:grpSpMk id="49" creationId="{61C1B077-C7B8-FA34-269B-BDC17526FDC8}"/>
          </ac:grpSpMkLst>
        </pc:grpChg>
        <pc:picChg chg="mod">
          <ac:chgData name="Công Nguyễn Thành" userId="2bb69f501827e366" providerId="LiveId" clId="{09D93F8F-3B79-5C51-8298-CF1F0CFF2DFD}" dt="2026-10-06T03:01:22.874" v="11" actId="3626"/>
          <ac:picMkLst>
            <pc:docMk/>
            <pc:sldMk cId="1562850352" sldId="272"/>
            <ac:picMk id="32" creationId="{29ABD2DC-EDF5-7D8A-2167-1C34DE2CF4F4}"/>
          </ac:picMkLst>
        </pc:picChg>
      </pc:sldChg>
      <pc:sldChg chg="addSp delSp modSp add mod setBg delAnim modAnim">
        <pc:chgData name="Công Nguyễn Thành" userId="2bb69f501827e366" providerId="LiveId" clId="{09D93F8F-3B79-5C51-8298-CF1F0CFF2DFD}" dt="2026-10-06T03:07:58.420" v="74" actId="20577"/>
        <pc:sldMkLst>
          <pc:docMk/>
          <pc:sldMk cId="967018567" sldId="274"/>
        </pc:sldMkLst>
        <pc:spChg chg="mod">
          <ac:chgData name="Công Nguyễn Thành" userId="2bb69f501827e366" providerId="LiveId" clId="{09D93F8F-3B79-5C51-8298-CF1F0CFF2DFD}" dt="2026-10-06T03:07:58.420" v="74" actId="20577"/>
          <ac:spMkLst>
            <pc:docMk/>
            <pc:sldMk cId="967018567" sldId="274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3:45.452" v="32" actId="1076"/>
          <ac:spMkLst>
            <pc:docMk/>
            <pc:sldMk cId="967018567" sldId="274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03:02.436" v="22" actId="207"/>
          <ac:spMkLst>
            <pc:docMk/>
            <pc:sldMk cId="967018567" sldId="274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02:59.999" v="21" actId="207"/>
          <ac:spMkLst>
            <pc:docMk/>
            <pc:sldMk cId="967018567" sldId="274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4:38.307" v="36" actId="1076"/>
          <ac:spMkLst>
            <pc:docMk/>
            <pc:sldMk cId="967018567" sldId="274"/>
            <ac:spMk id="20" creationId="{2850DB35-C458-3F8D-58E3-80D26BF505C0}"/>
          </ac:spMkLst>
        </pc:spChg>
        <pc:spChg chg="mod">
          <ac:chgData name="Công Nguyễn Thành" userId="2bb69f501827e366" providerId="LiveId" clId="{09D93F8F-3B79-5C51-8298-CF1F0CFF2DFD}" dt="2026-10-06T03:03:50.061" v="33" actId="1076"/>
          <ac:spMkLst>
            <pc:docMk/>
            <pc:sldMk cId="967018567" sldId="274"/>
            <ac:spMk id="21" creationId="{1F97344A-F895-3916-D871-77D49D984770}"/>
          </ac:spMkLst>
        </pc:spChg>
        <pc:spChg chg="mod">
          <ac:chgData name="Công Nguyễn Thành" userId="2bb69f501827e366" providerId="LiveId" clId="{09D93F8F-3B79-5C51-8298-CF1F0CFF2DFD}" dt="2026-10-06T03:02:51.957" v="20" actId="207"/>
          <ac:spMkLst>
            <pc:docMk/>
            <pc:sldMk cId="967018567" sldId="274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3:45.452" v="32" actId="1076"/>
          <ac:spMkLst>
            <pc:docMk/>
            <pc:sldMk cId="967018567" sldId="274"/>
            <ac:spMk id="27" creationId="{AC61BDCA-5913-D869-9F2B-ACE99DE9CCB6}"/>
          </ac:spMkLst>
        </pc:spChg>
        <pc:spChg chg="mod">
          <ac:chgData name="Công Nguyễn Thành" userId="2bb69f501827e366" providerId="LiveId" clId="{09D93F8F-3B79-5C51-8298-CF1F0CFF2DFD}" dt="2026-10-06T03:04:38.307" v="36" actId="1076"/>
          <ac:spMkLst>
            <pc:docMk/>
            <pc:sldMk cId="967018567" sldId="274"/>
            <ac:spMk id="29" creationId="{5BF02AF4-C1BE-6A25-56AB-D3F680F9017C}"/>
          </ac:spMkLst>
        </pc:spChg>
        <pc:spChg chg="mod">
          <ac:chgData name="Công Nguyễn Thành" userId="2bb69f501827e366" providerId="LiveId" clId="{09D93F8F-3B79-5C51-8298-CF1F0CFF2DFD}" dt="2026-10-06T03:03:50.061" v="33" actId="1076"/>
          <ac:spMkLst>
            <pc:docMk/>
            <pc:sldMk cId="967018567" sldId="274"/>
            <ac:spMk id="30" creationId="{61B7EBED-D0C6-8156-5C2B-9E55601D2DA3}"/>
          </ac:spMkLst>
        </pc:spChg>
        <pc:picChg chg="add mod">
          <ac:chgData name="Công Nguyễn Thành" userId="2bb69f501827e366" providerId="LiveId" clId="{09D93F8F-3B79-5C51-8298-CF1F0CFF2DFD}" dt="2026-10-06T03:03:16.403" v="27" actId="1076"/>
          <ac:picMkLst>
            <pc:docMk/>
            <pc:sldMk cId="967018567" sldId="274"/>
            <ac:picMk id="2" creationId="{5C19E223-D774-70A1-EAF3-869BA66CFE2B}"/>
          </ac:picMkLst>
        </pc:picChg>
        <pc:picChg chg="add mod">
          <ac:chgData name="Công Nguyễn Thành" userId="2bb69f501827e366" providerId="LiveId" clId="{09D93F8F-3B79-5C51-8298-CF1F0CFF2DFD}" dt="2026-10-06T03:03:24.919" v="29" actId="1076"/>
          <ac:picMkLst>
            <pc:docMk/>
            <pc:sldMk cId="967018567" sldId="274"/>
            <ac:picMk id="3" creationId="{71A969C0-3522-B7E2-318D-B32BC72EC18F}"/>
          </ac:picMkLst>
        </pc:picChg>
        <pc:picChg chg="del">
          <ac:chgData name="Công Nguyễn Thành" userId="2bb69f501827e366" providerId="LiveId" clId="{09D93F8F-3B79-5C51-8298-CF1F0CFF2DFD}" dt="2026-10-06T03:03:05.979" v="23" actId="478"/>
          <ac:picMkLst>
            <pc:docMk/>
            <pc:sldMk cId="967018567" sldId="274"/>
            <ac:picMk id="9" creationId="{BFC751D6-672A-2273-81F6-E7DD071947DB}"/>
          </ac:picMkLst>
        </pc:picChg>
        <pc:picChg chg="del">
          <ac:chgData name="Công Nguyễn Thành" userId="2bb69f501827e366" providerId="LiveId" clId="{09D93F8F-3B79-5C51-8298-CF1F0CFF2DFD}" dt="2026-10-06T03:03:05.979" v="23" actId="478"/>
          <ac:picMkLst>
            <pc:docMk/>
            <pc:sldMk cId="967018567" sldId="274"/>
            <ac:picMk id="10" creationId="{7EA026D7-761B-02AA-ACE9-BE75DD7A5FC7}"/>
          </ac:picMkLst>
        </pc:picChg>
      </pc:sldChg>
      <pc:sldChg chg="addSp delSp modSp add mod setBg delAnim modAnim">
        <pc:chgData name="Công Nguyễn Thành" userId="2bb69f501827e366" providerId="LiveId" clId="{09D93F8F-3B79-5C51-8298-CF1F0CFF2DFD}" dt="2026-10-06T03:08:32.630" v="81" actId="207"/>
        <pc:sldMkLst>
          <pc:docMk/>
          <pc:sldMk cId="2567126838" sldId="275"/>
        </pc:sldMkLst>
        <pc:spChg chg="mod">
          <ac:chgData name="Công Nguyễn Thành" userId="2bb69f501827e366" providerId="LiveId" clId="{09D93F8F-3B79-5C51-8298-CF1F0CFF2DFD}" dt="2026-10-06T03:08:13.002" v="77" actId="207"/>
          <ac:spMkLst>
            <pc:docMk/>
            <pc:sldMk cId="2567126838" sldId="275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6:51.771" v="54" actId="1076"/>
          <ac:spMkLst>
            <pc:docMk/>
            <pc:sldMk cId="2567126838" sldId="275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08:23.644" v="79" actId="207"/>
          <ac:spMkLst>
            <pc:docMk/>
            <pc:sldMk cId="2567126838" sldId="275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08:20.481" v="78" actId="207"/>
          <ac:spMkLst>
            <pc:docMk/>
            <pc:sldMk cId="2567126838" sldId="275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6:46.827" v="53" actId="1076"/>
          <ac:spMkLst>
            <pc:docMk/>
            <pc:sldMk cId="2567126838" sldId="275"/>
            <ac:spMk id="20" creationId="{2850DB35-C458-3F8D-58E3-80D26BF505C0}"/>
          </ac:spMkLst>
        </pc:spChg>
        <pc:spChg chg="mod">
          <ac:chgData name="Công Nguyễn Thành" userId="2bb69f501827e366" providerId="LiveId" clId="{09D93F8F-3B79-5C51-8298-CF1F0CFF2DFD}" dt="2026-10-06T03:08:32.630" v="81" actId="207"/>
          <ac:spMkLst>
            <pc:docMk/>
            <pc:sldMk cId="2567126838" sldId="275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6:51.771" v="54" actId="1076"/>
          <ac:spMkLst>
            <pc:docMk/>
            <pc:sldMk cId="2567126838" sldId="275"/>
            <ac:spMk id="27" creationId="{AC61BDCA-5913-D869-9F2B-ACE99DE9CCB6}"/>
          </ac:spMkLst>
        </pc:spChg>
        <pc:spChg chg="mod">
          <ac:chgData name="Công Nguyễn Thành" userId="2bb69f501827e366" providerId="LiveId" clId="{09D93F8F-3B79-5C51-8298-CF1F0CFF2DFD}" dt="2026-10-06T03:06:46.827" v="53" actId="1076"/>
          <ac:spMkLst>
            <pc:docMk/>
            <pc:sldMk cId="2567126838" sldId="275"/>
            <ac:spMk id="29" creationId="{5BF02AF4-C1BE-6A25-56AB-D3F680F9017C}"/>
          </ac:spMkLst>
        </pc:spChg>
        <pc:picChg chg="del">
          <ac:chgData name="Công Nguyễn Thành" userId="2bb69f501827e366" providerId="LiveId" clId="{09D93F8F-3B79-5C51-8298-CF1F0CFF2DFD}" dt="2026-10-06T03:07:01.745" v="66" actId="478"/>
          <ac:picMkLst>
            <pc:docMk/>
            <pc:sldMk cId="2567126838" sldId="275"/>
            <ac:picMk id="2" creationId="{5C19E223-D774-70A1-EAF3-869BA66CFE2B}"/>
          </ac:picMkLst>
        </pc:picChg>
        <pc:picChg chg="del">
          <ac:chgData name="Công Nguyễn Thành" userId="2bb69f501827e366" providerId="LiveId" clId="{09D93F8F-3B79-5C51-8298-CF1F0CFF2DFD}" dt="2026-10-06T03:07:01.745" v="66" actId="478"/>
          <ac:picMkLst>
            <pc:docMk/>
            <pc:sldMk cId="2567126838" sldId="275"/>
            <ac:picMk id="3" creationId="{71A969C0-3522-B7E2-318D-B32BC72EC18F}"/>
          </ac:picMkLst>
        </pc:picChg>
        <pc:picChg chg="add mod">
          <ac:chgData name="Công Nguyễn Thành" userId="2bb69f501827e366" providerId="LiveId" clId="{09D93F8F-3B79-5C51-8298-CF1F0CFF2DFD}" dt="2026-10-06T03:07:37.072" v="72" actId="1076"/>
          <ac:picMkLst>
            <pc:docMk/>
            <pc:sldMk cId="2567126838" sldId="275"/>
            <ac:picMk id="7" creationId="{ACB16545-6CB3-3FE6-24E4-D598BD2D4107}"/>
          </ac:picMkLst>
        </pc:picChg>
        <pc:picChg chg="add mod">
          <ac:chgData name="Công Nguyễn Thành" userId="2bb69f501827e366" providerId="LiveId" clId="{09D93F8F-3B79-5C51-8298-CF1F0CFF2DFD}" dt="2026-10-06T03:07:13.963" v="68" actId="1076"/>
          <ac:picMkLst>
            <pc:docMk/>
            <pc:sldMk cId="2567126838" sldId="275"/>
            <ac:picMk id="9" creationId="{FFD5F396-45C8-956C-05A0-188B4AC0B36C}"/>
          </ac:picMkLst>
        </pc:picChg>
      </pc:sldChg>
      <pc:sldChg chg="addSp delSp modSp add mod ord setBg delAnim modAnim">
        <pc:chgData name="Công Nguyễn Thành" userId="2bb69f501827e366" providerId="LiveId" clId="{09D93F8F-3B79-5C51-8298-CF1F0CFF2DFD}" dt="2026-10-06T03:10:55.296" v="113" actId="20578"/>
        <pc:sldMkLst>
          <pc:docMk/>
          <pc:sldMk cId="3729913753" sldId="276"/>
        </pc:sldMkLst>
        <pc:spChg chg="mod">
          <ac:chgData name="Công Nguyễn Thành" userId="2bb69f501827e366" providerId="LiveId" clId="{09D93F8F-3B79-5C51-8298-CF1F0CFF2DFD}" dt="2026-10-06T03:10:19.121" v="108" actId="207"/>
          <ac:spMkLst>
            <pc:docMk/>
            <pc:sldMk cId="3729913753" sldId="276"/>
            <ac:spMk id="5" creationId="{40F9CF87-90FC-718A-B554-F69F4536FFC5}"/>
          </ac:spMkLst>
        </pc:spChg>
        <pc:spChg chg="mod">
          <ac:chgData name="Công Nguyễn Thành" userId="2bb69f501827e366" providerId="LiveId" clId="{09D93F8F-3B79-5C51-8298-CF1F0CFF2DFD}" dt="2026-10-06T03:09:12.085" v="86" actId="1076"/>
          <ac:spMkLst>
            <pc:docMk/>
            <pc:sldMk cId="3729913753" sldId="276"/>
            <ac:spMk id="6" creationId="{A9340F22-8AF1-5AA8-C02E-EC69B64E88BA}"/>
          </ac:spMkLst>
        </pc:spChg>
        <pc:spChg chg="mod">
          <ac:chgData name="Công Nguyễn Thành" userId="2bb69f501827e366" providerId="LiveId" clId="{09D93F8F-3B79-5C51-8298-CF1F0CFF2DFD}" dt="2026-10-06T03:10:11.597" v="105" actId="207"/>
          <ac:spMkLst>
            <pc:docMk/>
            <pc:sldMk cId="3729913753" sldId="276"/>
            <ac:spMk id="11" creationId="{5C08A9CC-24C1-7F4B-5BA8-3F5DDA95B308}"/>
          </ac:spMkLst>
        </pc:spChg>
        <pc:spChg chg="mod">
          <ac:chgData name="Công Nguyễn Thành" userId="2bb69f501827e366" providerId="LiveId" clId="{09D93F8F-3B79-5C51-8298-CF1F0CFF2DFD}" dt="2026-10-06T03:10:14.792" v="106" actId="207"/>
          <ac:spMkLst>
            <pc:docMk/>
            <pc:sldMk cId="3729913753" sldId="276"/>
            <ac:spMk id="12" creationId="{10AAD046-2A94-3CA8-F6EB-CFC706C63DEB}"/>
          </ac:spMkLst>
        </pc:spChg>
        <pc:spChg chg="mod">
          <ac:chgData name="Công Nguyễn Thành" userId="2bb69f501827e366" providerId="LiveId" clId="{09D93F8F-3B79-5C51-8298-CF1F0CFF2DFD}" dt="2026-10-06T03:09:07.642" v="85" actId="1076"/>
          <ac:spMkLst>
            <pc:docMk/>
            <pc:sldMk cId="3729913753" sldId="276"/>
            <ac:spMk id="19" creationId="{EAB47C48-43B1-F9C5-18C2-EF2E8F1DF675}"/>
          </ac:spMkLst>
        </pc:spChg>
        <pc:spChg chg="mod">
          <ac:chgData name="Công Nguyễn Thành" userId="2bb69f501827e366" providerId="LiveId" clId="{09D93F8F-3B79-5C51-8298-CF1F0CFF2DFD}" dt="2026-10-06T03:10:17.537" v="107" actId="207"/>
          <ac:spMkLst>
            <pc:docMk/>
            <pc:sldMk cId="3729913753" sldId="276"/>
            <ac:spMk id="24" creationId="{FB2F1D0C-E170-4782-3B6C-776548744138}"/>
          </ac:spMkLst>
        </pc:spChg>
        <pc:spChg chg="mod">
          <ac:chgData name="Công Nguyễn Thành" userId="2bb69f501827e366" providerId="LiveId" clId="{09D93F8F-3B79-5C51-8298-CF1F0CFF2DFD}" dt="2026-10-06T03:09:12.085" v="86" actId="1076"/>
          <ac:spMkLst>
            <pc:docMk/>
            <pc:sldMk cId="3729913753" sldId="276"/>
            <ac:spMk id="27" creationId="{AC61BDCA-5913-D869-9F2B-ACE99DE9CCB6}"/>
          </ac:spMkLst>
        </pc:spChg>
        <pc:picChg chg="add mod">
          <ac:chgData name="Công Nguyễn Thành" userId="2bb69f501827e366" providerId="LiveId" clId="{09D93F8F-3B79-5C51-8298-CF1F0CFF2DFD}" dt="2026-10-06T03:09:38.856" v="101" actId="14100"/>
          <ac:picMkLst>
            <pc:docMk/>
            <pc:sldMk cId="3729913753" sldId="276"/>
            <ac:picMk id="2" creationId="{0B11651E-C39B-FC85-E468-A753C3F5683A}"/>
          </ac:picMkLst>
        </pc:picChg>
        <pc:picChg chg="add mod">
          <ac:chgData name="Công Nguyễn Thành" userId="2bb69f501827e366" providerId="LiveId" clId="{09D93F8F-3B79-5C51-8298-CF1F0CFF2DFD}" dt="2026-10-06T03:09:55.399" v="103" actId="1076"/>
          <ac:picMkLst>
            <pc:docMk/>
            <pc:sldMk cId="3729913753" sldId="276"/>
            <ac:picMk id="3" creationId="{70E7FC1B-C3E3-75BA-DE0C-A36E3F0A0473}"/>
          </ac:picMkLst>
        </pc:picChg>
        <pc:picChg chg="del">
          <ac:chgData name="Công Nguyễn Thành" userId="2bb69f501827e366" providerId="LiveId" clId="{09D93F8F-3B79-5C51-8298-CF1F0CFF2DFD}" dt="2026-10-06T03:09:25.917" v="98" actId="478"/>
          <ac:picMkLst>
            <pc:docMk/>
            <pc:sldMk cId="3729913753" sldId="276"/>
            <ac:picMk id="7" creationId="{ACB16545-6CB3-3FE6-24E4-D598BD2D4107}"/>
          </ac:picMkLst>
        </pc:picChg>
        <pc:picChg chg="del">
          <ac:chgData name="Công Nguyễn Thành" userId="2bb69f501827e366" providerId="LiveId" clId="{09D93F8F-3B79-5C51-8298-CF1F0CFF2DFD}" dt="2026-10-06T03:09:25.917" v="98" actId="478"/>
          <ac:picMkLst>
            <pc:docMk/>
            <pc:sldMk cId="3729913753" sldId="276"/>
            <ac:picMk id="9" creationId="{FFD5F396-45C8-956C-05A0-188B4AC0B36C}"/>
          </ac:picMkLst>
        </pc:picChg>
        <pc:picChg chg="mod">
          <ac:chgData name="Công Nguyễn Thành" userId="2bb69f501827e366" providerId="LiveId" clId="{09D93F8F-3B79-5C51-8298-CF1F0CFF2DFD}" dt="2026-10-06T03:09:07.642" v="85" actId="1076"/>
          <ac:picMkLst>
            <pc:docMk/>
            <pc:sldMk cId="3729913753" sldId="276"/>
            <ac:picMk id="28" creationId="{97C61DFD-82E5-C55E-6F85-B4EA55978707}"/>
          </ac:picMkLst>
        </pc:picChg>
      </pc:sldChg>
      <pc:sldChg chg="add del ord">
        <pc:chgData name="Công Nguyễn Thành" userId="2bb69f501827e366" providerId="LiveId" clId="{09D93F8F-3B79-5C51-8298-CF1F0CFF2DFD}" dt="2026-10-06T03:10:56.405" v="114" actId="2696"/>
        <pc:sldMkLst>
          <pc:docMk/>
          <pc:sldMk cId="3885723115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E7954-5DFE-1F46-A427-6BB0B0F03A1D}" type="datetimeFigureOut">
              <a:t>6/10/26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7BB7A-5190-8545-B41D-CCE2039397B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403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4205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0CB6-3CEF-A55F-4807-7C8FA475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E0509-3D1D-16AE-88BE-B398ABA16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FA9F4-35E3-D60F-3E25-4EAAE982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34B1-6A79-F1E2-449C-34DB22F65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1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FC00-2484-2DC2-AB4C-33AD9DF9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97AC4-5A49-C5CF-6D4A-5E9C6FBEF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62BF4-B336-7B00-B23E-114408D82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3478-35D9-675D-3CD7-17F6DF820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7717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1AE1-DA3D-B0D6-22B0-369426E9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ECF7F-7048-5527-0738-FC28AC04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9A7C8-3FEB-01B9-C622-86C234B7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6B85-78A0-3F65-E488-3B2B9A3CA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6202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50517-1BB4-34ED-125D-B46B04C4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741D8-6680-9543-2573-EDE1ADA84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10340-9C33-EA34-6320-890638A2A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8BB54-268B-8769-1B5A-E657B54BA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7BB7A-5190-8545-B41D-CCE2039397B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86288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EC78-9C05-E122-F4B7-2ECA3B19C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6AB9-D65B-0B95-EB3F-1F5E546B1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1B9E5-1F8C-5ED4-D2D0-E65E1023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C284F-DDBB-9F59-F53A-7C1ACEF0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F4B04-91C4-4802-D6C7-9646C60A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56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48C8-24C2-5957-5D35-81CCD217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DFD6-59D3-E6D9-DC2B-E4498B465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D7F2-60B7-A163-61FA-E029A5FF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D0D7-B8DB-EE57-BFF7-5FB6800D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9AA03-0D5D-DD3D-4160-65853C5D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1534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03B2-9942-FD2D-F032-D09584FC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219B2-DE22-9C8D-1620-0902C63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ACE5-DD2D-ABD3-51C1-41F80D63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8C7E-A12B-9277-864C-46372D3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47354-87BA-5298-268C-A52A9F2E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443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E105-1D9F-2155-05EF-F5249210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5B9D-1656-8C62-A368-5C3E26154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65477-8064-AF0C-C949-4B07B563E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88DA7-E338-D4EA-7B7E-CC526ED4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BC0B5-C103-25DD-B3DA-BD537AA7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DC34B-1842-BBB2-B072-F0E477BF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480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18C7-1888-3FAE-A0D8-94F7C32A2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75FDC-E067-65F1-B0EB-EA0C16DB6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915A9-95C9-EEE0-330E-1C0D563C9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FA2FB-243B-65BD-B6F5-7FFE026CE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61176-3441-C00B-13C4-B07A506A9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5BEBF-A6BB-0D64-3229-4C813FC22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86C76-0260-513E-303D-067920A1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24F45-ACB4-ED45-082C-336281A4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877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90A4-AB74-5058-C5ED-18654E40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F3004-2EA6-1018-7DBF-200C1EA43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D31F-4A97-E4EC-80C6-F07054D4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43CE3-7FE2-9A44-D79A-A723CD01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22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6BED9-B686-F13B-404C-7828861E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6D1D1-65FE-E526-CAAA-2CA6AEA1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939FD-A29A-F1C0-A71A-5F8FC972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8731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54D8-3EBF-70B8-386B-0A5B36F7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AC0D-DF1C-F22B-590A-89D05BC4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A9E27-B68F-C3CE-B1C2-B4E8B63C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0B42B-344D-CF7B-CA19-29182323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7613F-E8C3-7E7B-E374-391C5AFF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800B-19E4-6395-CFC4-5E1B0B826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2238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CF6C-ACDC-7E42-9C93-8F50E39A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8716D-AD9C-B304-929D-0373554003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DF432-610A-5539-A854-7EA1969FE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150B-EB8E-1B2A-BFF8-0D445747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6945A-F1F1-39DC-ACCC-794BD2FE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977FE-AF30-D955-B37E-862198A4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296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92A0-E465-3543-0A8E-E6851E94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9F0EC-DBDE-A323-CD66-F6D9710A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1AB2D-9BE6-830C-90C5-B42137CC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E9550-0C82-CA45-D201-2572E595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2F29-79E8-514C-EEF1-C73D4A45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2240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41F273-9B70-C174-F9D0-ACE00A611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3E290-DB19-DF4A-3E23-110CFED4F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6A0E8-E31C-7347-5220-6B0D1813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53F87-D4C1-1C9D-C708-E5A7465C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92DCB-41BE-6D66-3A7C-CCD0A05B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49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4BF6F-612B-CB21-649C-F4B97683C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A5190-481A-BF2A-783F-ABDA1F9C6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8EAAE-F67F-9817-7E04-FC61F9F2E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7C896-930B-3747-9062-BD86BD693EB9}" type="datetimeFigureOut">
              <a:t>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BDA1E-6656-597A-E40D-17C556260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B6ED7-C64D-42EC-BB97-1621A3506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5962A-F46A-3D4F-9856-3E568732691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681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Relationship Id="rId9" Type="http://schemas.openxmlformats.org/officeDocument/2006/relationships/image" Target="../media/image2.png"/><Relationship Id="rId10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7.png"/><Relationship Id="rId10" Type="http://schemas.openxmlformats.org/officeDocument/2006/relationships/image" Target="../media/image6.png"/><Relationship Id="rId11" Type="http://schemas.openxmlformats.org/officeDocument/2006/relationships/image" Target="../media/image24.png"/><Relationship Id="rId1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Relationship Id="rId8" Type="http://schemas.openxmlformats.org/officeDocument/2006/relationships/image" Target="../media/image24.png"/><Relationship Id="rId9" Type="http://schemas.openxmlformats.org/officeDocument/2006/relationships/image" Target="../media/image19.png"/><Relationship Id="rId10" Type="http://schemas.openxmlformats.org/officeDocument/2006/relationships/image" Target="../media/image13.png"/><Relationship Id="rId11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Relationship Id="rId4" Type="http://schemas.openxmlformats.org/officeDocument/2006/relationships/slide" Target="slide17.xml"/><Relationship Id="rId5" Type="http://schemas.openxmlformats.org/officeDocument/2006/relationships/image" Target="../media/image22.png"/><Relationship Id="rId6" Type="http://schemas.openxmlformats.org/officeDocument/2006/relationships/slide" Target="slide18.xml"/><Relationship Id="rId7" Type="http://schemas.openxmlformats.org/officeDocument/2006/relationships/image" Target="../media/image27.png"/><Relationship Id="rId8" Type="http://schemas.openxmlformats.org/officeDocument/2006/relationships/slide" Target="slide19.xml"/><Relationship Id="rId9" Type="http://schemas.openxmlformats.org/officeDocument/2006/relationships/image" Target="../media/image28.png"/><Relationship Id="rId10" Type="http://schemas.openxmlformats.org/officeDocument/2006/relationships/slide" Target="slide20.xml"/><Relationship Id="rId11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microsoft.com/office/2007/relationships/media" Target="../media/media3.MP3"/><Relationship Id="rId6" Type="http://schemas.openxmlformats.org/officeDocument/2006/relationships/audio" Target="../media/media3.MP3"/><Relationship Id="rId7" Type="http://schemas.microsoft.com/office/2007/relationships/media" Target="../media/media4.MP3"/><Relationship Id="rId8" Type="http://schemas.openxmlformats.org/officeDocument/2006/relationships/audio" Target="../media/media4.MP3"/><Relationship Id="rId9" Type="http://schemas.microsoft.com/office/2007/relationships/media" Target="../media/media5.MP3"/><Relationship Id="rId10" Type="http://schemas.openxmlformats.org/officeDocument/2006/relationships/audio" Target="../media/media5.MP3"/><Relationship Id="rId11" Type="http://schemas.openxmlformats.org/officeDocument/2006/relationships/slideLayout" Target="../slideLayouts/slideLayout2.xml"/><Relationship Id="rId12" Type="http://schemas.openxmlformats.org/officeDocument/2006/relationships/image" Target="../media/image23.png"/><Relationship Id="rId13" Type="http://schemas.openxmlformats.org/officeDocument/2006/relationships/image" Target="../media/image19.png"/><Relationship Id="rId14" Type="http://schemas.openxmlformats.org/officeDocument/2006/relationships/slide" Target="slide16.xml"/><Relationship Id="rId15" Type="http://schemas.openxmlformats.org/officeDocument/2006/relationships/image" Target="../media/image30.svg"/><Relationship Id="rId16" Type="http://schemas.openxmlformats.org/officeDocument/2006/relationships/image" Target="../media/image31.svg"/><Relationship Id="rId17" Type="http://schemas.openxmlformats.org/officeDocument/2006/relationships/image" Target="../media/image27.png"/><Relationship Id="rId18" Type="http://schemas.openxmlformats.org/officeDocument/2006/relationships/image" Target="../media/image22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microsoft.com/office/2007/relationships/media" Target="../media/media3.MP3"/><Relationship Id="rId6" Type="http://schemas.openxmlformats.org/officeDocument/2006/relationships/audio" Target="../media/media3.MP3"/><Relationship Id="rId7" Type="http://schemas.microsoft.com/office/2007/relationships/media" Target="../media/media4.MP3"/><Relationship Id="rId8" Type="http://schemas.openxmlformats.org/officeDocument/2006/relationships/audio" Target="../media/media4.MP3"/><Relationship Id="rId9" Type="http://schemas.microsoft.com/office/2007/relationships/media" Target="../media/media5.MP3"/><Relationship Id="rId10" Type="http://schemas.openxmlformats.org/officeDocument/2006/relationships/audio" Target="../media/media5.MP3"/><Relationship Id="rId11" Type="http://schemas.openxmlformats.org/officeDocument/2006/relationships/slideLayout" Target="../slideLayouts/slideLayout2.xml"/><Relationship Id="rId12" Type="http://schemas.openxmlformats.org/officeDocument/2006/relationships/slide" Target="slide16.xml"/><Relationship Id="rId13" Type="http://schemas.openxmlformats.org/officeDocument/2006/relationships/image" Target="../media/image30.svg"/><Relationship Id="rId14" Type="http://schemas.openxmlformats.org/officeDocument/2006/relationships/image" Target="../media/image31.svg"/><Relationship Id="rId15" Type="http://schemas.openxmlformats.org/officeDocument/2006/relationships/image" Target="../media/image27.png"/><Relationship Id="rId16" Type="http://schemas.openxmlformats.org/officeDocument/2006/relationships/image" Target="../media/image22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29.png"/><Relationship Id="rId21" Type="http://schemas.openxmlformats.org/officeDocument/2006/relationships/image" Target="../media/image6.png"/><Relationship Id="rId2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microsoft.com/office/2007/relationships/media" Target="../media/media3.MP3"/><Relationship Id="rId6" Type="http://schemas.openxmlformats.org/officeDocument/2006/relationships/audio" Target="../media/media3.MP3"/><Relationship Id="rId7" Type="http://schemas.microsoft.com/office/2007/relationships/media" Target="../media/media4.MP3"/><Relationship Id="rId8" Type="http://schemas.openxmlformats.org/officeDocument/2006/relationships/audio" Target="../media/media4.MP3"/><Relationship Id="rId9" Type="http://schemas.microsoft.com/office/2007/relationships/media" Target="../media/media5.MP3"/><Relationship Id="rId10" Type="http://schemas.openxmlformats.org/officeDocument/2006/relationships/audio" Target="../media/media5.MP3"/><Relationship Id="rId11" Type="http://schemas.openxmlformats.org/officeDocument/2006/relationships/slideLayout" Target="../slideLayouts/slideLayout2.xml"/><Relationship Id="rId12" Type="http://schemas.openxmlformats.org/officeDocument/2006/relationships/slide" Target="slide16.xml"/><Relationship Id="rId13" Type="http://schemas.openxmlformats.org/officeDocument/2006/relationships/image" Target="../media/image30.svg"/><Relationship Id="rId14" Type="http://schemas.openxmlformats.org/officeDocument/2006/relationships/image" Target="../media/image31.svg"/><Relationship Id="rId15" Type="http://schemas.openxmlformats.org/officeDocument/2006/relationships/image" Target="../media/image27.png"/><Relationship Id="rId16" Type="http://schemas.openxmlformats.org/officeDocument/2006/relationships/image" Target="../media/image22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29.png"/><Relationship Id="rId21" Type="http://schemas.openxmlformats.org/officeDocument/2006/relationships/image" Target="../media/image10.png"/><Relationship Id="rId2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microsoft.com/office/2007/relationships/media" Target="../media/media3.MP3"/><Relationship Id="rId6" Type="http://schemas.openxmlformats.org/officeDocument/2006/relationships/audio" Target="../media/media3.MP3"/><Relationship Id="rId7" Type="http://schemas.microsoft.com/office/2007/relationships/media" Target="../media/media4.MP3"/><Relationship Id="rId8" Type="http://schemas.openxmlformats.org/officeDocument/2006/relationships/audio" Target="../media/media4.MP3"/><Relationship Id="rId9" Type="http://schemas.microsoft.com/office/2007/relationships/media" Target="../media/media5.MP3"/><Relationship Id="rId10" Type="http://schemas.openxmlformats.org/officeDocument/2006/relationships/audio" Target="../media/media5.MP3"/><Relationship Id="rId11" Type="http://schemas.openxmlformats.org/officeDocument/2006/relationships/slideLayout" Target="../slideLayouts/slideLayout2.xml"/><Relationship Id="rId12" Type="http://schemas.openxmlformats.org/officeDocument/2006/relationships/slide" Target="slide16.xml"/><Relationship Id="rId13" Type="http://schemas.openxmlformats.org/officeDocument/2006/relationships/image" Target="../media/image30.svg"/><Relationship Id="rId14" Type="http://schemas.openxmlformats.org/officeDocument/2006/relationships/image" Target="../media/image31.svg"/><Relationship Id="rId15" Type="http://schemas.openxmlformats.org/officeDocument/2006/relationships/image" Target="../media/image27.png"/><Relationship Id="rId16" Type="http://schemas.openxmlformats.org/officeDocument/2006/relationships/image" Target="../media/image22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29.png"/><Relationship Id="rId21" Type="http://schemas.openxmlformats.org/officeDocument/2006/relationships/image" Target="../media/image7.pn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dshbjvjcFreeform 9">
            <a:extLst>
              <a:ext uri="{FF2B5EF4-FFF2-40B4-BE49-F238E27FC236}">
                <a16:creationId xmlns:a16="http://schemas.microsoft.com/office/drawing/2014/main" id="{2BC5D8BF-7F3C-7E14-938A-805FEA6F360F}"/>
              </a:ext>
            </a:extLst>
          </p:cNvPr>
          <p:cNvSpPr/>
          <p:nvPr/>
        </p:nvSpPr>
        <p:spPr>
          <a:xfrm rot="200815">
            <a:off x="16150718" y="1619807"/>
            <a:ext cx="4051903" cy="8600299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516A3C0C-5AE5-7742-541D-A65F1F5C50D1}"/>
              </a:ext>
            </a:extLst>
          </p:cNvPr>
          <p:cNvSpPr/>
          <p:nvPr/>
        </p:nvSpPr>
        <p:spPr>
          <a:xfrm>
            <a:off x="-3127354" y="-3111892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88C63436-8E28-8591-54F9-B06AA18585B6}"/>
              </a:ext>
            </a:extLst>
          </p:cNvPr>
          <p:cNvSpPr/>
          <p:nvPr/>
        </p:nvSpPr>
        <p:spPr>
          <a:xfrm>
            <a:off x="1035403" y="-1624711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C2F21ECA-1559-A554-1AA9-E8E9AAF4DC80}"/>
              </a:ext>
            </a:extLst>
          </p:cNvPr>
          <p:cNvSpPr/>
          <p:nvPr/>
        </p:nvSpPr>
        <p:spPr>
          <a:xfrm>
            <a:off x="7942924" y="-221098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221392C4-E1F9-8F79-6906-2CBEBD1F2F04}"/>
              </a:ext>
            </a:extLst>
          </p:cNvPr>
          <p:cNvSpPr/>
          <p:nvPr/>
        </p:nvSpPr>
        <p:spPr>
          <a:xfrm>
            <a:off x="19820004" y="-2697419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4B20D5C5-DD0D-9977-98CA-7D38FCDB79B2}"/>
              </a:ext>
            </a:extLst>
          </p:cNvPr>
          <p:cNvSpPr/>
          <p:nvPr/>
        </p:nvSpPr>
        <p:spPr>
          <a:xfrm>
            <a:off x="15040304" y="1235686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1A2CAC0B-BFC8-93FD-70BD-D34198328A2A}"/>
              </a:ext>
            </a:extLst>
          </p:cNvPr>
          <p:cNvSpPr/>
          <p:nvPr/>
        </p:nvSpPr>
        <p:spPr>
          <a:xfrm>
            <a:off x="-2848306" y="1523068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BF058982-4940-CCEF-FFE7-829E9922A70C}"/>
              </a:ext>
            </a:extLst>
          </p:cNvPr>
          <p:cNvSpPr/>
          <p:nvPr/>
        </p:nvSpPr>
        <p:spPr>
          <a:xfrm>
            <a:off x="2859472" y="-3049894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5" name="!!nuivniebuindgbuiFreeform 3">
            <a:extLst>
              <a:ext uri="{FF2B5EF4-FFF2-40B4-BE49-F238E27FC236}">
                <a16:creationId xmlns:a16="http://schemas.microsoft.com/office/drawing/2014/main" id="{34A08FBB-DE2D-4724-2A7A-027B05247274}"/>
              </a:ext>
            </a:extLst>
          </p:cNvPr>
          <p:cNvSpPr/>
          <p:nvPr/>
        </p:nvSpPr>
        <p:spPr>
          <a:xfrm rot="11233132">
            <a:off x="9385500" y="920366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6" name="!!niviofnvondgbFreeform 3">
            <a:extLst>
              <a:ext uri="{FF2B5EF4-FFF2-40B4-BE49-F238E27FC236}">
                <a16:creationId xmlns:a16="http://schemas.microsoft.com/office/drawing/2014/main" id="{81311553-D22E-DF40-AB4D-EF2D0AC12B34}"/>
              </a:ext>
            </a:extLst>
          </p:cNvPr>
          <p:cNvSpPr/>
          <p:nvPr/>
        </p:nvSpPr>
        <p:spPr>
          <a:xfrm rot="10800000">
            <a:off x="9790910" y="92307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mjivenbiovungboFreeform 3">
            <a:extLst>
              <a:ext uri="{FF2B5EF4-FFF2-40B4-BE49-F238E27FC236}">
                <a16:creationId xmlns:a16="http://schemas.microsoft.com/office/drawing/2014/main" id="{0DE71AF8-AA21-576E-EC58-837BFAC9CF28}"/>
              </a:ext>
            </a:extLst>
          </p:cNvPr>
          <p:cNvSpPr/>
          <p:nvPr/>
        </p:nvSpPr>
        <p:spPr>
          <a:xfrm rot="15364956">
            <a:off x="3006540" y="1288638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8" name="!!jivorejovijfnboFreeform 3">
            <a:extLst>
              <a:ext uri="{FF2B5EF4-FFF2-40B4-BE49-F238E27FC236}">
                <a16:creationId xmlns:a16="http://schemas.microsoft.com/office/drawing/2014/main" id="{CC7568A5-E731-D747-6D17-76F489981717}"/>
              </a:ext>
            </a:extLst>
          </p:cNvPr>
          <p:cNvSpPr/>
          <p:nvPr/>
        </p:nvSpPr>
        <p:spPr>
          <a:xfrm rot="11153272">
            <a:off x="2354271" y="1132952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uhvifdhbugbFreeform 3">
            <a:extLst>
              <a:ext uri="{FF2B5EF4-FFF2-40B4-BE49-F238E27FC236}">
                <a16:creationId xmlns:a16="http://schemas.microsoft.com/office/drawing/2014/main" id="{62D1D8B5-DA8B-3DF5-DE30-889BAB693EF8}"/>
              </a:ext>
            </a:extLst>
          </p:cNvPr>
          <p:cNvSpPr/>
          <p:nvPr/>
        </p:nvSpPr>
        <p:spPr>
          <a:xfrm rot="11528709">
            <a:off x="2562527" y="1149388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!!uvibifbnvFreeform 3">
            <a:extLst>
              <a:ext uri="{FF2B5EF4-FFF2-40B4-BE49-F238E27FC236}">
                <a16:creationId xmlns:a16="http://schemas.microsoft.com/office/drawing/2014/main" id="{CB5A5174-892C-7F88-6285-7727F858C94A}"/>
              </a:ext>
            </a:extLst>
          </p:cNvPr>
          <p:cNvSpPr/>
          <p:nvPr/>
        </p:nvSpPr>
        <p:spPr>
          <a:xfrm rot="10568800">
            <a:off x="1958117" y="11901362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1" name="!!Freeform 3vsvdrfv">
            <a:extLst>
              <a:ext uri="{FF2B5EF4-FFF2-40B4-BE49-F238E27FC236}">
                <a16:creationId xmlns:a16="http://schemas.microsoft.com/office/drawing/2014/main" id="{72A8D9E0-0012-1631-C972-F1A5E24478C2}"/>
              </a:ext>
            </a:extLst>
          </p:cNvPr>
          <p:cNvSpPr/>
          <p:nvPr/>
        </p:nvSpPr>
        <p:spPr>
          <a:xfrm rot="12587019">
            <a:off x="2401090" y="1003237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2" name="!!jubvreihbviuerFreeform 3">
            <a:extLst>
              <a:ext uri="{FF2B5EF4-FFF2-40B4-BE49-F238E27FC236}">
                <a16:creationId xmlns:a16="http://schemas.microsoft.com/office/drawing/2014/main" id="{FED8F4FD-48AD-BBC1-D5A3-6B87F2CC1097}"/>
              </a:ext>
            </a:extLst>
          </p:cNvPr>
          <p:cNvSpPr/>
          <p:nvPr/>
        </p:nvSpPr>
        <p:spPr>
          <a:xfrm rot="12478911">
            <a:off x="1606624" y="1185329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3" name="!!uhvnirdfhvnuibFreeform 3">
            <a:extLst>
              <a:ext uri="{FF2B5EF4-FFF2-40B4-BE49-F238E27FC236}">
                <a16:creationId xmlns:a16="http://schemas.microsoft.com/office/drawing/2014/main" id="{BB93E50F-1099-119F-270A-1F63F52E0513}"/>
              </a:ext>
            </a:extLst>
          </p:cNvPr>
          <p:cNvSpPr/>
          <p:nvPr/>
        </p:nvSpPr>
        <p:spPr>
          <a:xfrm rot="11793341">
            <a:off x="10006216" y="8991720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4" name="!!vjnufnviufnbFreeform 3">
            <a:extLst>
              <a:ext uri="{FF2B5EF4-FFF2-40B4-BE49-F238E27FC236}">
                <a16:creationId xmlns:a16="http://schemas.microsoft.com/office/drawing/2014/main" id="{45A8DB66-C2ED-7268-97D8-1C7B9BAF07F8}"/>
              </a:ext>
            </a:extLst>
          </p:cNvPr>
          <p:cNvSpPr/>
          <p:nvPr/>
        </p:nvSpPr>
        <p:spPr>
          <a:xfrm rot="13090061">
            <a:off x="9011111" y="808349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uvhnifrnbvuidgnbuiFreeform 3">
            <a:extLst>
              <a:ext uri="{FF2B5EF4-FFF2-40B4-BE49-F238E27FC236}">
                <a16:creationId xmlns:a16="http://schemas.microsoft.com/office/drawing/2014/main" id="{3A0C9D20-B0B3-2AF5-E888-005970968949}"/>
              </a:ext>
            </a:extLst>
          </p:cNvPr>
          <p:cNvSpPr/>
          <p:nvPr/>
        </p:nvSpPr>
        <p:spPr>
          <a:xfrm rot="12038535">
            <a:off x="9071978" y="9760206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!!uhvidfvbnfuidbvFreeform 3">
            <a:extLst>
              <a:ext uri="{FF2B5EF4-FFF2-40B4-BE49-F238E27FC236}">
                <a16:creationId xmlns:a16="http://schemas.microsoft.com/office/drawing/2014/main" id="{83583A5C-0134-0033-C6C9-DACBA3674E25}"/>
              </a:ext>
            </a:extLst>
          </p:cNvPr>
          <p:cNvSpPr/>
          <p:nvPr/>
        </p:nvSpPr>
        <p:spPr>
          <a:xfrm rot="9252687">
            <a:off x="9419249" y="9365185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!!jivieorvuieFreeform 3">
            <a:extLst>
              <a:ext uri="{FF2B5EF4-FFF2-40B4-BE49-F238E27FC236}">
                <a16:creationId xmlns:a16="http://schemas.microsoft.com/office/drawing/2014/main" id="{2D05FB89-7BA5-AE59-966F-0C9E9DD2A95B}"/>
              </a:ext>
            </a:extLst>
          </p:cNvPr>
          <p:cNvSpPr/>
          <p:nvPr/>
        </p:nvSpPr>
        <p:spPr>
          <a:xfrm rot="7540002">
            <a:off x="9946208" y="8421383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8" name="!!nvfjfudnvoFreeform 3">
            <a:extLst>
              <a:ext uri="{FF2B5EF4-FFF2-40B4-BE49-F238E27FC236}">
                <a16:creationId xmlns:a16="http://schemas.microsoft.com/office/drawing/2014/main" id="{9023BDF4-AAA5-48EE-A7AE-D6074074A5B0}"/>
              </a:ext>
            </a:extLst>
          </p:cNvPr>
          <p:cNvSpPr/>
          <p:nvPr/>
        </p:nvSpPr>
        <p:spPr>
          <a:xfrm rot="6972293">
            <a:off x="2929396" y="9527371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E114CCCA-D3D7-AC22-ECC1-8A31EF19FAA6}"/>
              </a:ext>
            </a:extLst>
          </p:cNvPr>
          <p:cNvSpPr txBox="1"/>
          <p:nvPr/>
        </p:nvSpPr>
        <p:spPr>
          <a:xfrm>
            <a:off x="3713131" y="13158510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8800">
                <a:solidFill>
                  <a:srgbClr val="404049"/>
                </a:solidFill>
                <a:latin typeface="iCiel Stabile Regular"/>
              </a:rPr>
              <a:t>BITI'S - SSD 2023</a:t>
            </a:r>
          </a:p>
        </p:txBody>
      </p:sp>
      <p:sp>
        <p:nvSpPr>
          <p:cNvPr id="44" name="!!nuhvreinvRounded Rectangle 43">
            <a:extLst>
              <a:ext uri="{FF2B5EF4-FFF2-40B4-BE49-F238E27FC236}">
                <a16:creationId xmlns:a16="http://schemas.microsoft.com/office/drawing/2014/main" id="{2F909253-EFDA-4C82-FDFC-47B31DCC0E71}"/>
              </a:ext>
            </a:extLst>
          </p:cNvPr>
          <p:cNvSpPr/>
          <p:nvPr/>
        </p:nvSpPr>
        <p:spPr>
          <a:xfrm>
            <a:off x="4256374" y="17803435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iCiel Stabile Regular"/>
              </a:rPr>
              <a:t>KỸ NĂNG GIAO TIẾP &amp; KHAI VẤN (COACHING)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B82FF72A-1F29-73C3-3889-852B732DEC09}"/>
              </a:ext>
            </a:extLst>
          </p:cNvPr>
          <p:cNvSpPr/>
          <p:nvPr/>
        </p:nvSpPr>
        <p:spPr>
          <a:xfrm>
            <a:off x="-11217350" y="-2490182"/>
            <a:ext cx="10780118" cy="12304206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1D6CA890-3850-8CD7-5B34-F56ABB48891B}"/>
              </a:ext>
            </a:extLst>
          </p:cNvPr>
          <p:cNvSpPr/>
          <p:nvPr/>
        </p:nvSpPr>
        <p:spPr>
          <a:xfrm>
            <a:off x="-12613614" y="6779737"/>
            <a:ext cx="37472566" cy="18808157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FAD94E42-8D31-2960-FA9B-FD158F8AC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148" y="22191845"/>
            <a:ext cx="2860639" cy="1224230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70DDB15-4848-3805-6C5D-5A7F0EB4D997}"/>
              </a:ext>
            </a:extLst>
          </p:cNvPr>
          <p:cNvSpPr/>
          <p:nvPr/>
        </p:nvSpPr>
        <p:spPr>
          <a:xfrm>
            <a:off x="-4588765" y="10207680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10C136D3-0B75-D8A1-0BFC-3993C843A183}"/>
              </a:ext>
            </a:extLst>
          </p:cNvPr>
          <p:cNvSpPr/>
          <p:nvPr/>
        </p:nvSpPr>
        <p:spPr>
          <a:xfrm>
            <a:off x="7524322" y="1543192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6095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30024-2829-5ABA-E8A3-415ADEB3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cdshbjvjcFreeform 9">
            <a:extLst>
              <a:ext uri="{FF2B5EF4-FFF2-40B4-BE49-F238E27FC236}">
                <a16:creationId xmlns:a16="http://schemas.microsoft.com/office/drawing/2014/main" id="{052AAD88-3E20-4D2F-846E-3852B43FFEA6}"/>
              </a:ext>
            </a:extLst>
          </p:cNvPr>
          <p:cNvSpPr/>
          <p:nvPr/>
        </p:nvSpPr>
        <p:spPr>
          <a:xfrm rot="200815">
            <a:off x="10711194" y="1780085"/>
            <a:ext cx="1617291" cy="3432754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7" name="!!TextBox 54">
            <a:extLst>
              <a:ext uri="{FF2B5EF4-FFF2-40B4-BE49-F238E27FC236}">
                <a16:creationId xmlns:a16="http://schemas.microsoft.com/office/drawing/2014/main" id="{2154CD6F-C427-8343-A95D-D4EDDC1A08D4}"/>
              </a:ext>
            </a:extLst>
          </p:cNvPr>
          <p:cNvSpPr txBox="1"/>
          <p:nvPr/>
        </p:nvSpPr>
        <p:spPr>
          <a:xfrm>
            <a:off x="3551508" y="9572140"/>
            <a:ext cx="504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404049"/>
                </a:solidFill>
                <a:latin typeface="iCiel Stabile Regular"/>
              </a:rPr>
              <a:t>Tổ trưởng • Chuyền trưởng • Giám sát sản xuất</a:t>
            </a:r>
          </a:p>
        </p:txBody>
      </p:sp>
      <p:grpSp>
        <p:nvGrpSpPr>
          <p:cNvPr id="58" name="!!Group 62">
            <a:extLst>
              <a:ext uri="{FF2B5EF4-FFF2-40B4-BE49-F238E27FC236}">
                <a16:creationId xmlns:a16="http://schemas.microsoft.com/office/drawing/2014/main" id="{24CD47E6-DF03-BEAF-D6F0-FA7ECC22DE2A}"/>
              </a:ext>
            </a:extLst>
          </p:cNvPr>
          <p:cNvGrpSpPr/>
          <p:nvPr/>
        </p:nvGrpSpPr>
        <p:grpSpPr>
          <a:xfrm>
            <a:off x="2562383" y="10270805"/>
            <a:ext cx="2235763" cy="2632887"/>
            <a:chOff x="2562383" y="2003802"/>
            <a:chExt cx="2235763" cy="263288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3DDF2B2-85CB-7293-FEFB-24D22B9801DE}"/>
                </a:ext>
              </a:extLst>
            </p:cNvPr>
            <p:cNvGrpSpPr/>
            <p:nvPr/>
          </p:nvGrpSpPr>
          <p:grpSpPr>
            <a:xfrm>
              <a:off x="2562383" y="2003802"/>
              <a:ext cx="2235763" cy="2632887"/>
              <a:chOff x="1662012" y="1865218"/>
              <a:chExt cx="2235763" cy="2632887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1BBA0EC-0361-FFA6-E500-065CBD6B4C93}"/>
                  </a:ext>
                </a:extLst>
              </p:cNvPr>
              <p:cNvGrpSpPr/>
              <p:nvPr/>
            </p:nvGrpSpPr>
            <p:grpSpPr>
              <a:xfrm>
                <a:off x="1662012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3143648-9A87-7541-3DF8-3049527FE130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0DD0470-F897-7E87-523E-AFFD27BE416E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D5B520C-B0C6-7A57-5972-08E6C8756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2391" y="3322721"/>
                <a:ext cx="1175384" cy="1175384"/>
              </a:xfrm>
              <a:prstGeom prst="rect">
                <a:avLst/>
              </a:prstGeom>
            </p:spPr>
          </p:pic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81CFC54-ACDE-D5EA-8F23-42711E71D6DE}"/>
                </a:ext>
              </a:extLst>
            </p:cNvPr>
            <p:cNvSpPr/>
            <p:nvPr/>
          </p:nvSpPr>
          <p:spPr>
            <a:xfrm>
              <a:off x="3296458" y="2463516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D1A2625-ED0D-40F8-8D39-2701E45A9168}"/>
                </a:ext>
              </a:extLst>
            </p:cNvPr>
            <p:cNvSpPr txBox="1"/>
            <p:nvPr/>
          </p:nvSpPr>
          <p:spPr>
            <a:xfrm>
              <a:off x="3006102" y="3065188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6" name="!!Group 63">
            <a:extLst>
              <a:ext uri="{FF2B5EF4-FFF2-40B4-BE49-F238E27FC236}">
                <a16:creationId xmlns:a16="http://schemas.microsoft.com/office/drawing/2014/main" id="{74C00D72-2488-0BF1-25A8-7346752E553D}"/>
              </a:ext>
            </a:extLst>
          </p:cNvPr>
          <p:cNvGrpSpPr/>
          <p:nvPr/>
        </p:nvGrpSpPr>
        <p:grpSpPr>
          <a:xfrm>
            <a:off x="5108748" y="13212136"/>
            <a:ext cx="2259806" cy="2625427"/>
            <a:chOff x="5108748" y="2305907"/>
            <a:chExt cx="2259806" cy="2625427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B85258B-E6FE-EF5A-977B-39344B40572E}"/>
                </a:ext>
              </a:extLst>
            </p:cNvPr>
            <p:cNvGrpSpPr/>
            <p:nvPr/>
          </p:nvGrpSpPr>
          <p:grpSpPr>
            <a:xfrm>
              <a:off x="5108748" y="2305907"/>
              <a:ext cx="2259806" cy="2625427"/>
              <a:chOff x="3953130" y="1865218"/>
              <a:chExt cx="2259806" cy="2625427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02A19AF8-1C83-B1EB-76D2-065F8402296C}"/>
                  </a:ext>
                </a:extLst>
              </p:cNvPr>
              <p:cNvGrpSpPr/>
              <p:nvPr/>
            </p:nvGrpSpPr>
            <p:grpSpPr>
              <a:xfrm>
                <a:off x="3953130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B7FA6F4-7D70-6479-11C5-35C5D99A95AB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037EDDD-14F1-4BB9-C272-6D94D9E8F635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891816F2-57F6-C924-92C5-230977CF3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0452" t="23363" r="17967" b="18830"/>
              <a:stretch>
                <a:fillRect/>
              </a:stretch>
            </p:blipFill>
            <p:spPr>
              <a:xfrm>
                <a:off x="5120619" y="3465266"/>
                <a:ext cx="1092317" cy="1025379"/>
              </a:xfrm>
              <a:prstGeom prst="rect">
                <a:avLst/>
              </a:prstGeom>
            </p:spPr>
          </p:pic>
        </p:grp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7C198D0-BD9E-FD3F-288E-AEC40A1DD451}"/>
                </a:ext>
              </a:extLst>
            </p:cNvPr>
            <p:cNvSpPr/>
            <p:nvPr/>
          </p:nvSpPr>
          <p:spPr>
            <a:xfrm>
              <a:off x="5782864" y="2797915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53D2A11-C08E-495A-3F9E-0803B9DD1E8E}"/>
                </a:ext>
              </a:extLst>
            </p:cNvPr>
            <p:cNvSpPr txBox="1"/>
            <p:nvPr/>
          </p:nvSpPr>
          <p:spPr>
            <a:xfrm>
              <a:off x="5446884" y="3409629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74" name="!!Group 64">
            <a:extLst>
              <a:ext uri="{FF2B5EF4-FFF2-40B4-BE49-F238E27FC236}">
                <a16:creationId xmlns:a16="http://schemas.microsoft.com/office/drawing/2014/main" id="{937656C2-0C4F-4FEC-11AF-297C85665694}"/>
              </a:ext>
            </a:extLst>
          </p:cNvPr>
          <p:cNvGrpSpPr/>
          <p:nvPr/>
        </p:nvGrpSpPr>
        <p:grpSpPr>
          <a:xfrm>
            <a:off x="7746677" y="16401711"/>
            <a:ext cx="2406401" cy="2749940"/>
            <a:chOff x="7746677" y="2084623"/>
            <a:chExt cx="2406401" cy="274994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432F447-C8E0-9862-B51B-848913FEA656}"/>
                </a:ext>
              </a:extLst>
            </p:cNvPr>
            <p:cNvGrpSpPr/>
            <p:nvPr/>
          </p:nvGrpSpPr>
          <p:grpSpPr>
            <a:xfrm>
              <a:off x="7746677" y="2084623"/>
              <a:ext cx="2406401" cy="2749940"/>
              <a:chOff x="6260858" y="1865218"/>
              <a:chExt cx="2406401" cy="2749940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45E6FAB8-E937-30F7-B574-7FF847D1FBB8}"/>
                  </a:ext>
                </a:extLst>
              </p:cNvPr>
              <p:cNvGrpSpPr/>
              <p:nvPr/>
            </p:nvGrpSpPr>
            <p:grpSpPr>
              <a:xfrm>
                <a:off x="6260858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2E6C5BC2-5987-AEDD-329E-675165FD676A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C85EE75-6E9D-C5D4-9ED4-ECBC0BD05B6E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11D320BF-7D3C-DA72-6A77-008B5F4E4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2939" y="3220838"/>
                <a:ext cx="1394320" cy="1394320"/>
              </a:xfrm>
              <a:prstGeom prst="rect">
                <a:avLst/>
              </a:prstGeom>
            </p:spPr>
          </p:pic>
        </p:grp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D189432-1EBE-9417-7E1D-BEC79FC9237A}"/>
                </a:ext>
              </a:extLst>
            </p:cNvPr>
            <p:cNvSpPr/>
            <p:nvPr/>
          </p:nvSpPr>
          <p:spPr>
            <a:xfrm>
              <a:off x="8532221" y="2551797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56394E1-AF1D-76D2-CCF7-80F18D5CCA1F}"/>
                </a:ext>
              </a:extLst>
            </p:cNvPr>
            <p:cNvSpPr txBox="1"/>
            <p:nvPr/>
          </p:nvSpPr>
          <p:spPr>
            <a:xfrm>
              <a:off x="8249498" y="3228847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E717073B-CD89-9D23-D0C1-589C5EF06DDE}"/>
              </a:ext>
            </a:extLst>
          </p:cNvPr>
          <p:cNvSpPr/>
          <p:nvPr/>
        </p:nvSpPr>
        <p:spPr>
          <a:xfrm>
            <a:off x="1597046" y="241625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FC216CD9-7A26-A5A8-7041-01ED0D995B4D}"/>
              </a:ext>
            </a:extLst>
          </p:cNvPr>
          <p:cNvSpPr/>
          <p:nvPr/>
        </p:nvSpPr>
        <p:spPr>
          <a:xfrm>
            <a:off x="3083399" y="736080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78143C17-9801-8D71-757F-BB7349C07207}"/>
              </a:ext>
            </a:extLst>
          </p:cNvPr>
          <p:cNvSpPr/>
          <p:nvPr/>
        </p:nvSpPr>
        <p:spPr>
          <a:xfrm>
            <a:off x="7116622" y="204926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CD2FE9C5-1C71-D29B-D645-91D95835873C}"/>
              </a:ext>
            </a:extLst>
          </p:cNvPr>
          <p:cNvSpPr/>
          <p:nvPr/>
        </p:nvSpPr>
        <p:spPr>
          <a:xfrm>
            <a:off x="9630975" y="378780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C6414570-3647-C2CA-19E5-8310F1BEE021}"/>
              </a:ext>
            </a:extLst>
          </p:cNvPr>
          <p:cNvSpPr/>
          <p:nvPr/>
        </p:nvSpPr>
        <p:spPr>
          <a:xfrm>
            <a:off x="7420304" y="82121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76F8795A-35ED-3723-561D-D0DE27897AFE}"/>
              </a:ext>
            </a:extLst>
          </p:cNvPr>
          <p:cNvSpPr/>
          <p:nvPr/>
        </p:nvSpPr>
        <p:spPr>
          <a:xfrm>
            <a:off x="191957" y="821213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B18440F9-938B-7455-4EB9-ACC252CAFCFF}"/>
              </a:ext>
            </a:extLst>
          </p:cNvPr>
          <p:cNvSpPr/>
          <p:nvPr/>
        </p:nvSpPr>
        <p:spPr>
          <a:xfrm>
            <a:off x="4602269" y="274785"/>
            <a:ext cx="2302627" cy="41447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5" name="!!nuivniebuindgbuiFreeform 3">
            <a:extLst>
              <a:ext uri="{FF2B5EF4-FFF2-40B4-BE49-F238E27FC236}">
                <a16:creationId xmlns:a16="http://schemas.microsoft.com/office/drawing/2014/main" id="{84CC81CD-5E28-DD49-4D39-DD1853881313}"/>
              </a:ext>
            </a:extLst>
          </p:cNvPr>
          <p:cNvSpPr/>
          <p:nvPr/>
        </p:nvSpPr>
        <p:spPr>
          <a:xfrm>
            <a:off x="9385500" y="244247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6" name="!!niviofnvondgbFreeform 3">
            <a:extLst>
              <a:ext uri="{FF2B5EF4-FFF2-40B4-BE49-F238E27FC236}">
                <a16:creationId xmlns:a16="http://schemas.microsoft.com/office/drawing/2014/main" id="{67322994-F9AF-3333-05B3-0E71AF9B76E4}"/>
              </a:ext>
            </a:extLst>
          </p:cNvPr>
          <p:cNvSpPr/>
          <p:nvPr/>
        </p:nvSpPr>
        <p:spPr>
          <a:xfrm>
            <a:off x="9790910" y="2928636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mjivenbiovungboFreeform 3">
            <a:extLst>
              <a:ext uri="{FF2B5EF4-FFF2-40B4-BE49-F238E27FC236}">
                <a16:creationId xmlns:a16="http://schemas.microsoft.com/office/drawing/2014/main" id="{C3278790-BC32-2AA2-9A8C-069A5914D28C}"/>
              </a:ext>
            </a:extLst>
          </p:cNvPr>
          <p:cNvSpPr/>
          <p:nvPr/>
        </p:nvSpPr>
        <p:spPr>
          <a:xfrm rot="2302339">
            <a:off x="3006540" y="2383236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8" name="!!jivorejovijfnboFreeform 3">
            <a:extLst>
              <a:ext uri="{FF2B5EF4-FFF2-40B4-BE49-F238E27FC236}">
                <a16:creationId xmlns:a16="http://schemas.microsoft.com/office/drawing/2014/main" id="{B6AB3EEC-0CFC-6C52-BCF2-EC0E152CED55}"/>
              </a:ext>
            </a:extLst>
          </p:cNvPr>
          <p:cNvSpPr/>
          <p:nvPr/>
        </p:nvSpPr>
        <p:spPr>
          <a:xfrm rot="20606865">
            <a:off x="2354271" y="261400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uhvifdhbugbFreeform 3">
            <a:extLst>
              <a:ext uri="{FF2B5EF4-FFF2-40B4-BE49-F238E27FC236}">
                <a16:creationId xmlns:a16="http://schemas.microsoft.com/office/drawing/2014/main" id="{B366FA36-8054-50B2-61B9-FE3F5FF27354}"/>
              </a:ext>
            </a:extLst>
          </p:cNvPr>
          <p:cNvSpPr/>
          <p:nvPr/>
        </p:nvSpPr>
        <p:spPr>
          <a:xfrm>
            <a:off x="2562528" y="228920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!!uvibifbnvFreeform 3">
            <a:extLst>
              <a:ext uri="{FF2B5EF4-FFF2-40B4-BE49-F238E27FC236}">
                <a16:creationId xmlns:a16="http://schemas.microsoft.com/office/drawing/2014/main" id="{9DA8E4CD-CB32-0557-4C7F-3660FC06233F}"/>
              </a:ext>
            </a:extLst>
          </p:cNvPr>
          <p:cNvSpPr/>
          <p:nvPr/>
        </p:nvSpPr>
        <p:spPr>
          <a:xfrm rot="19344447">
            <a:off x="1958117" y="3256326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1" name="!!Freeform 3vsvdrfv">
            <a:extLst>
              <a:ext uri="{FF2B5EF4-FFF2-40B4-BE49-F238E27FC236}">
                <a16:creationId xmlns:a16="http://schemas.microsoft.com/office/drawing/2014/main" id="{FFFD662A-1E25-462B-D3ED-11DE8CB08E35}"/>
              </a:ext>
            </a:extLst>
          </p:cNvPr>
          <p:cNvSpPr/>
          <p:nvPr/>
        </p:nvSpPr>
        <p:spPr>
          <a:xfrm>
            <a:off x="2401090" y="304563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2" name="!!jubvreihbviuerFreeform 3">
            <a:extLst>
              <a:ext uri="{FF2B5EF4-FFF2-40B4-BE49-F238E27FC236}">
                <a16:creationId xmlns:a16="http://schemas.microsoft.com/office/drawing/2014/main" id="{EEC52F5C-2D54-34D2-A964-621063DFD709}"/>
              </a:ext>
            </a:extLst>
          </p:cNvPr>
          <p:cNvSpPr/>
          <p:nvPr/>
        </p:nvSpPr>
        <p:spPr>
          <a:xfrm>
            <a:off x="1606624" y="3343109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3" name="!!uhvnirdfhvnuibFreeform 3">
            <a:extLst>
              <a:ext uri="{FF2B5EF4-FFF2-40B4-BE49-F238E27FC236}">
                <a16:creationId xmlns:a16="http://schemas.microsoft.com/office/drawing/2014/main" id="{E8B12E5B-522A-383F-E5E4-5016E3D11205}"/>
              </a:ext>
            </a:extLst>
          </p:cNvPr>
          <p:cNvSpPr/>
          <p:nvPr/>
        </p:nvSpPr>
        <p:spPr>
          <a:xfrm rot="3063421">
            <a:off x="10006216" y="345468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4" name="!!vjnufnviufnbFreeform 3">
            <a:extLst>
              <a:ext uri="{FF2B5EF4-FFF2-40B4-BE49-F238E27FC236}">
                <a16:creationId xmlns:a16="http://schemas.microsoft.com/office/drawing/2014/main" id="{55A9D6B6-FE73-DDF3-88B1-6750EC17C977}"/>
              </a:ext>
            </a:extLst>
          </p:cNvPr>
          <p:cNvSpPr/>
          <p:nvPr/>
        </p:nvSpPr>
        <p:spPr>
          <a:xfrm rot="3063421">
            <a:off x="9011112" y="284031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uvhnifrnbvuidgnbuiFreeform 3">
            <a:extLst>
              <a:ext uri="{FF2B5EF4-FFF2-40B4-BE49-F238E27FC236}">
                <a16:creationId xmlns:a16="http://schemas.microsoft.com/office/drawing/2014/main" id="{7FCE8B07-EDD7-C49B-5308-5543F0C3F662}"/>
              </a:ext>
            </a:extLst>
          </p:cNvPr>
          <p:cNvSpPr/>
          <p:nvPr/>
        </p:nvSpPr>
        <p:spPr>
          <a:xfrm>
            <a:off x="9071979" y="2480381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!!uhvidfvbnfuidbvFreeform 3">
            <a:extLst>
              <a:ext uri="{FF2B5EF4-FFF2-40B4-BE49-F238E27FC236}">
                <a16:creationId xmlns:a16="http://schemas.microsoft.com/office/drawing/2014/main" id="{B8CCD069-0534-89BE-CE5F-43DF24DDD000}"/>
              </a:ext>
            </a:extLst>
          </p:cNvPr>
          <p:cNvSpPr/>
          <p:nvPr/>
        </p:nvSpPr>
        <p:spPr>
          <a:xfrm>
            <a:off x="9419249" y="316646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!!jivieorvuieFreeform 3">
            <a:extLst>
              <a:ext uri="{FF2B5EF4-FFF2-40B4-BE49-F238E27FC236}">
                <a16:creationId xmlns:a16="http://schemas.microsoft.com/office/drawing/2014/main" id="{A6B270C0-8117-212C-BD6A-11D9906F9F2E}"/>
              </a:ext>
            </a:extLst>
          </p:cNvPr>
          <p:cNvSpPr/>
          <p:nvPr/>
        </p:nvSpPr>
        <p:spPr>
          <a:xfrm rot="19947262">
            <a:off x="9946208" y="285812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8" name="!!nvfjfudnvoFreeform 3">
            <a:extLst>
              <a:ext uri="{FF2B5EF4-FFF2-40B4-BE49-F238E27FC236}">
                <a16:creationId xmlns:a16="http://schemas.microsoft.com/office/drawing/2014/main" id="{F3DDE0AB-8DC0-972F-B994-73939A5290D2}"/>
              </a:ext>
            </a:extLst>
          </p:cNvPr>
          <p:cNvSpPr/>
          <p:nvPr/>
        </p:nvSpPr>
        <p:spPr>
          <a:xfrm rot="19947262">
            <a:off x="2929397" y="2838397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3EE05C3B-18FF-27FE-570A-301FCBC094FC}"/>
              </a:ext>
            </a:extLst>
          </p:cNvPr>
          <p:cNvSpPr txBox="1"/>
          <p:nvPr/>
        </p:nvSpPr>
        <p:spPr>
          <a:xfrm>
            <a:off x="3713131" y="1025455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8800">
                <a:solidFill>
                  <a:srgbClr val="404049"/>
                </a:solidFill>
                <a:latin typeface="iCiel Stabile Regular"/>
              </a:rPr>
              <a:t>BITI'S - SSD 2023</a:t>
            </a:r>
          </a:p>
        </p:txBody>
      </p:sp>
      <p:sp>
        <p:nvSpPr>
          <p:cNvPr id="44" name="!!nuhvreinvRounded Rectangle 43">
            <a:extLst>
              <a:ext uri="{FF2B5EF4-FFF2-40B4-BE49-F238E27FC236}">
                <a16:creationId xmlns:a16="http://schemas.microsoft.com/office/drawing/2014/main" id="{261567A8-8A24-36B3-DC2E-70D4EF5A09A3}"/>
              </a:ext>
            </a:extLst>
          </p:cNvPr>
          <p:cNvSpPr/>
          <p:nvPr/>
        </p:nvSpPr>
        <p:spPr>
          <a:xfrm>
            <a:off x="4256374" y="2362431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iCiel Stabile Regular"/>
              </a:rPr>
              <a:t>KỸ NĂNG GIAO TIẾP &amp; KHAI VẤN (COACHING)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08B5F722-618B-CCEF-C958-4B3FF573AD87}"/>
              </a:ext>
            </a:extLst>
          </p:cNvPr>
          <p:cNvSpPr/>
          <p:nvPr/>
        </p:nvSpPr>
        <p:spPr>
          <a:xfrm>
            <a:off x="-118454" y="1735802"/>
            <a:ext cx="2091456" cy="2387145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FCC5D192-5902-69AD-EEFD-A0DA08501B3A}"/>
              </a:ext>
            </a:extLst>
          </p:cNvPr>
          <p:cNvSpPr/>
          <p:nvPr/>
        </p:nvSpPr>
        <p:spPr>
          <a:xfrm>
            <a:off x="-1663325" y="4546975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B606D94F-B77D-98C3-B80A-4CDCE3AEF4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039" y="2769022"/>
            <a:ext cx="8021260" cy="3432754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3635B7C8-2FF1-F7D1-4577-8D26E1B09BEC}"/>
              </a:ext>
            </a:extLst>
          </p:cNvPr>
          <p:cNvSpPr/>
          <p:nvPr/>
        </p:nvSpPr>
        <p:spPr>
          <a:xfrm>
            <a:off x="-4588765" y="4443678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1718AE39-B07B-F0FB-58FC-C9E1086065B4}"/>
              </a:ext>
            </a:extLst>
          </p:cNvPr>
          <p:cNvSpPr/>
          <p:nvPr/>
        </p:nvSpPr>
        <p:spPr>
          <a:xfrm>
            <a:off x="7524322" y="4558650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9044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92796-A600-9B26-67BD-D2EB96A1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cdshbjvjcFreeform 9">
            <a:extLst>
              <a:ext uri="{FF2B5EF4-FFF2-40B4-BE49-F238E27FC236}">
                <a16:creationId xmlns:a16="http://schemas.microsoft.com/office/drawing/2014/main" id="{2DCE91D9-8944-1167-53DE-49D069D710A9}"/>
              </a:ext>
            </a:extLst>
          </p:cNvPr>
          <p:cNvSpPr/>
          <p:nvPr/>
        </p:nvSpPr>
        <p:spPr>
          <a:xfrm rot="200815">
            <a:off x="11275318" y="2857787"/>
            <a:ext cx="1015359" cy="2155133"/>
          </a:xfrm>
          <a:custGeom>
            <a:avLst/>
            <a:gdLst/>
            <a:ahLst/>
            <a:cxnLst/>
            <a:rect l="l" t="t" r="r" b="b"/>
            <a:pathLst>
              <a:path w="2803215" h="6073633">
                <a:moveTo>
                  <a:pt x="0" y="0"/>
                </a:moveTo>
                <a:lnTo>
                  <a:pt x="2803216" y="0"/>
                </a:lnTo>
                <a:lnTo>
                  <a:pt x="2803216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20" t="-33738" b="-1011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5" name="!!TextBox 54">
            <a:extLst>
              <a:ext uri="{FF2B5EF4-FFF2-40B4-BE49-F238E27FC236}">
                <a16:creationId xmlns:a16="http://schemas.microsoft.com/office/drawing/2014/main" id="{45B78158-9226-2F46-0EBD-27F55B2098AC}"/>
              </a:ext>
            </a:extLst>
          </p:cNvPr>
          <p:cNvSpPr txBox="1"/>
          <p:nvPr/>
        </p:nvSpPr>
        <p:spPr>
          <a:xfrm>
            <a:off x="3551508" y="1305137"/>
            <a:ext cx="504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404049"/>
                </a:solidFill>
                <a:latin typeface="iCiel Stabile Regular"/>
              </a:rPr>
              <a:t>Tổ trưởng • Chuyền trưởng • Giám sát sản xuất</a:t>
            </a:r>
          </a:p>
        </p:txBody>
      </p:sp>
      <p:grpSp>
        <p:nvGrpSpPr>
          <p:cNvPr id="63" name="!!Group 62">
            <a:extLst>
              <a:ext uri="{FF2B5EF4-FFF2-40B4-BE49-F238E27FC236}">
                <a16:creationId xmlns:a16="http://schemas.microsoft.com/office/drawing/2014/main" id="{65DC8D0A-008E-EC35-927C-50549BD32A9E}"/>
              </a:ext>
            </a:extLst>
          </p:cNvPr>
          <p:cNvGrpSpPr/>
          <p:nvPr/>
        </p:nvGrpSpPr>
        <p:grpSpPr>
          <a:xfrm>
            <a:off x="2562383" y="2003802"/>
            <a:ext cx="2235763" cy="2632887"/>
            <a:chOff x="2562383" y="2003802"/>
            <a:chExt cx="2235763" cy="263288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5542E8D-C7A1-DD78-89E0-605BC6E3C614}"/>
                </a:ext>
              </a:extLst>
            </p:cNvPr>
            <p:cNvGrpSpPr/>
            <p:nvPr/>
          </p:nvGrpSpPr>
          <p:grpSpPr>
            <a:xfrm>
              <a:off x="2562383" y="2003802"/>
              <a:ext cx="2235763" cy="2632887"/>
              <a:chOff x="1662012" y="1865218"/>
              <a:chExt cx="2235763" cy="2632887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57BEC35-CCBB-7251-0AB3-CD7467088E3E}"/>
                  </a:ext>
                </a:extLst>
              </p:cNvPr>
              <p:cNvGrpSpPr/>
              <p:nvPr/>
            </p:nvGrpSpPr>
            <p:grpSpPr>
              <a:xfrm>
                <a:off x="1662012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FD8F9F5-1736-2AD4-1306-DB832055BA21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CE042E3-F582-962F-F37E-9912D657EB26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E1A8E1D-ABB1-ADED-FD95-0D6BE596F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2391" y="3322721"/>
                <a:ext cx="1175384" cy="1175384"/>
              </a:xfrm>
              <a:prstGeom prst="rect">
                <a:avLst/>
              </a:prstGeom>
            </p:spPr>
          </p:pic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9D928DF-565F-3813-7B3A-5E1D7D853EDC}"/>
                </a:ext>
              </a:extLst>
            </p:cNvPr>
            <p:cNvSpPr/>
            <p:nvPr/>
          </p:nvSpPr>
          <p:spPr>
            <a:xfrm>
              <a:off x="3296458" y="2463516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95BA444-F7DF-C978-D5A2-2BF7D776592E}"/>
                </a:ext>
              </a:extLst>
            </p:cNvPr>
            <p:cNvSpPr txBox="1"/>
            <p:nvPr/>
          </p:nvSpPr>
          <p:spPr>
            <a:xfrm>
              <a:off x="3006102" y="3065188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4" name="!!Group 63">
            <a:extLst>
              <a:ext uri="{FF2B5EF4-FFF2-40B4-BE49-F238E27FC236}">
                <a16:creationId xmlns:a16="http://schemas.microsoft.com/office/drawing/2014/main" id="{2FFFBEF4-5A47-87F5-E619-241A2224428F}"/>
              </a:ext>
            </a:extLst>
          </p:cNvPr>
          <p:cNvGrpSpPr/>
          <p:nvPr/>
        </p:nvGrpSpPr>
        <p:grpSpPr>
          <a:xfrm>
            <a:off x="5108748" y="2305907"/>
            <a:ext cx="2259806" cy="2625427"/>
            <a:chOff x="5108748" y="2305907"/>
            <a:chExt cx="2259806" cy="262542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00887FD-95A0-85FD-0123-AE0DD32E9187}"/>
                </a:ext>
              </a:extLst>
            </p:cNvPr>
            <p:cNvGrpSpPr/>
            <p:nvPr/>
          </p:nvGrpSpPr>
          <p:grpSpPr>
            <a:xfrm>
              <a:off x="5108748" y="2305907"/>
              <a:ext cx="2259806" cy="2625427"/>
              <a:chOff x="3953130" y="1865218"/>
              <a:chExt cx="2259806" cy="262542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8B0060-5034-1F79-4783-EC0F9179D33C}"/>
                  </a:ext>
                </a:extLst>
              </p:cNvPr>
              <p:cNvGrpSpPr/>
              <p:nvPr/>
            </p:nvGrpSpPr>
            <p:grpSpPr>
              <a:xfrm>
                <a:off x="3953130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8E786E1-119E-4F6F-C0DE-4FD6FE2A31B3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7568E58-74E2-147A-6B8E-08E29E557CCC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45C26BC-43D1-54E8-C57F-54546D28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0452" t="23363" r="17967" b="18830"/>
              <a:stretch>
                <a:fillRect/>
              </a:stretch>
            </p:blipFill>
            <p:spPr>
              <a:xfrm>
                <a:off x="5120619" y="3465266"/>
                <a:ext cx="1092317" cy="1025379"/>
              </a:xfrm>
              <a:prstGeom prst="rect">
                <a:avLst/>
              </a:prstGeom>
            </p:spPr>
          </p:pic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E0C7723-4DEB-1632-CDD2-7FF9DD32F238}"/>
                </a:ext>
              </a:extLst>
            </p:cNvPr>
            <p:cNvSpPr/>
            <p:nvPr/>
          </p:nvSpPr>
          <p:spPr>
            <a:xfrm>
              <a:off x="5782864" y="2797915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19712BE-0757-93B6-8B39-BCEF64B69610}"/>
                </a:ext>
              </a:extLst>
            </p:cNvPr>
            <p:cNvSpPr txBox="1"/>
            <p:nvPr/>
          </p:nvSpPr>
          <p:spPr>
            <a:xfrm>
              <a:off x="5446884" y="3409629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grpSp>
        <p:nvGrpSpPr>
          <p:cNvPr id="65" name="!!Group 64">
            <a:extLst>
              <a:ext uri="{FF2B5EF4-FFF2-40B4-BE49-F238E27FC236}">
                <a16:creationId xmlns:a16="http://schemas.microsoft.com/office/drawing/2014/main" id="{64718B29-7650-0784-5D78-84829964CD5C}"/>
              </a:ext>
            </a:extLst>
          </p:cNvPr>
          <p:cNvGrpSpPr/>
          <p:nvPr/>
        </p:nvGrpSpPr>
        <p:grpSpPr>
          <a:xfrm>
            <a:off x="7746677" y="2084623"/>
            <a:ext cx="2406401" cy="2749940"/>
            <a:chOff x="7746677" y="2084623"/>
            <a:chExt cx="2406401" cy="274994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A77E428-CAA3-4464-CDDF-8F37CAFC7D6C}"/>
                </a:ext>
              </a:extLst>
            </p:cNvPr>
            <p:cNvGrpSpPr/>
            <p:nvPr/>
          </p:nvGrpSpPr>
          <p:grpSpPr>
            <a:xfrm>
              <a:off x="7746677" y="2084623"/>
              <a:ext cx="2406401" cy="2749940"/>
              <a:chOff x="6260858" y="1865218"/>
              <a:chExt cx="2406401" cy="274994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9A5C7D0-3547-087A-A5BE-4B3907566A6A}"/>
                  </a:ext>
                </a:extLst>
              </p:cNvPr>
              <p:cNvGrpSpPr/>
              <p:nvPr/>
            </p:nvGrpSpPr>
            <p:grpSpPr>
              <a:xfrm>
                <a:off x="6260858" y="1865218"/>
                <a:ext cx="2024162" cy="2553436"/>
                <a:chOff x="1662012" y="1865218"/>
                <a:chExt cx="2024162" cy="255343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2B1A57A-CF67-674A-6F32-A0053C2EACA6}"/>
                    </a:ext>
                  </a:extLst>
                </p:cNvPr>
                <p:cNvSpPr/>
                <p:nvPr/>
              </p:nvSpPr>
              <p:spPr>
                <a:xfrm>
                  <a:off x="1662012" y="1865218"/>
                  <a:ext cx="2024162" cy="2545976"/>
                </a:xfrm>
                <a:custGeom>
                  <a:avLst/>
                  <a:gdLst>
                    <a:gd name="csX0" fmla="*/ 0 w 2024162"/>
                    <a:gd name="csY0" fmla="*/ 0 h 2545976"/>
                    <a:gd name="csX1" fmla="*/ 715204 w 2024162"/>
                    <a:gd name="csY1" fmla="*/ 0 h 2545976"/>
                    <a:gd name="csX2" fmla="*/ 1410166 w 2024162"/>
                    <a:gd name="csY2" fmla="*/ 0 h 2545976"/>
                    <a:gd name="csX3" fmla="*/ 2024162 w 2024162"/>
                    <a:gd name="csY3" fmla="*/ 0 h 2545976"/>
                    <a:gd name="csX4" fmla="*/ 2024162 w 2024162"/>
                    <a:gd name="csY4" fmla="*/ 560115 h 2545976"/>
                    <a:gd name="csX5" fmla="*/ 2024162 w 2024162"/>
                    <a:gd name="csY5" fmla="*/ 1247528 h 2545976"/>
                    <a:gd name="csX6" fmla="*/ 2024162 w 2024162"/>
                    <a:gd name="csY6" fmla="*/ 1884022 h 2545976"/>
                    <a:gd name="csX7" fmla="*/ 2024162 w 2024162"/>
                    <a:gd name="csY7" fmla="*/ 2545976 h 2545976"/>
                    <a:gd name="csX8" fmla="*/ 1349441 w 2024162"/>
                    <a:gd name="csY8" fmla="*/ 2545976 h 2545976"/>
                    <a:gd name="csX9" fmla="*/ 735446 w 2024162"/>
                    <a:gd name="csY9" fmla="*/ 2545976 h 2545976"/>
                    <a:gd name="csX10" fmla="*/ 0 w 2024162"/>
                    <a:gd name="csY10" fmla="*/ 2545976 h 2545976"/>
                    <a:gd name="csX11" fmla="*/ 0 w 2024162"/>
                    <a:gd name="csY11" fmla="*/ 1884022 h 2545976"/>
                    <a:gd name="csX12" fmla="*/ 0 w 2024162"/>
                    <a:gd name="csY12" fmla="*/ 1323908 h 2545976"/>
                    <a:gd name="csX13" fmla="*/ 0 w 2024162"/>
                    <a:gd name="csY13" fmla="*/ 712873 h 2545976"/>
                    <a:gd name="csX14" fmla="*/ 0 w 2024162"/>
                    <a:gd name="csY14" fmla="*/ 0 h 2545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2024162" h="2545976" fill="none" extrusionOk="0">
                      <a:moveTo>
                        <a:pt x="0" y="0"/>
                      </a:moveTo>
                      <a:cubicBezTo>
                        <a:pt x="151782" y="-6881"/>
                        <a:pt x="464788" y="7978"/>
                        <a:pt x="715204" y="0"/>
                      </a:cubicBezTo>
                      <a:cubicBezTo>
                        <a:pt x="965620" y="-7978"/>
                        <a:pt x="1220131" y="-22698"/>
                        <a:pt x="1410166" y="0"/>
                      </a:cubicBezTo>
                      <a:cubicBezTo>
                        <a:pt x="1600201" y="22698"/>
                        <a:pt x="1864719" y="22981"/>
                        <a:pt x="2024162" y="0"/>
                      </a:cubicBezTo>
                      <a:cubicBezTo>
                        <a:pt x="2010747" y="161079"/>
                        <a:pt x="2017239" y="354584"/>
                        <a:pt x="2024162" y="560115"/>
                      </a:cubicBezTo>
                      <a:cubicBezTo>
                        <a:pt x="2031085" y="765646"/>
                        <a:pt x="2055330" y="1086516"/>
                        <a:pt x="2024162" y="1247528"/>
                      </a:cubicBezTo>
                      <a:cubicBezTo>
                        <a:pt x="1992994" y="1408540"/>
                        <a:pt x="2026262" y="1704283"/>
                        <a:pt x="2024162" y="1884022"/>
                      </a:cubicBezTo>
                      <a:cubicBezTo>
                        <a:pt x="2022062" y="2063761"/>
                        <a:pt x="2042438" y="2380901"/>
                        <a:pt x="2024162" y="2545976"/>
                      </a:cubicBezTo>
                      <a:cubicBezTo>
                        <a:pt x="1734781" y="2546850"/>
                        <a:pt x="1623458" y="2552704"/>
                        <a:pt x="1349441" y="2545976"/>
                      </a:cubicBezTo>
                      <a:cubicBezTo>
                        <a:pt x="1075424" y="2539248"/>
                        <a:pt x="1001111" y="2564758"/>
                        <a:pt x="735446" y="2545976"/>
                      </a:cubicBezTo>
                      <a:cubicBezTo>
                        <a:pt x="469781" y="2527194"/>
                        <a:pt x="282083" y="2511045"/>
                        <a:pt x="0" y="2545976"/>
                      </a:cubicBezTo>
                      <a:cubicBezTo>
                        <a:pt x="18687" y="2253711"/>
                        <a:pt x="20295" y="2116808"/>
                        <a:pt x="0" y="1884022"/>
                      </a:cubicBezTo>
                      <a:cubicBezTo>
                        <a:pt x="-20295" y="1651236"/>
                        <a:pt x="27758" y="1564310"/>
                        <a:pt x="0" y="1323908"/>
                      </a:cubicBezTo>
                      <a:cubicBezTo>
                        <a:pt x="-27758" y="1083506"/>
                        <a:pt x="-12908" y="900050"/>
                        <a:pt x="0" y="712873"/>
                      </a:cubicBezTo>
                      <a:cubicBezTo>
                        <a:pt x="12908" y="525697"/>
                        <a:pt x="-23016" y="229955"/>
                        <a:pt x="0" y="0"/>
                      </a:cubicBezTo>
                      <a:close/>
                    </a:path>
                    <a:path w="2024162" h="2545976" stroke="0" extrusionOk="0">
                      <a:moveTo>
                        <a:pt x="0" y="0"/>
                      </a:moveTo>
                      <a:cubicBezTo>
                        <a:pt x="305317" y="-24285"/>
                        <a:pt x="400234" y="-30246"/>
                        <a:pt x="654479" y="0"/>
                      </a:cubicBezTo>
                      <a:cubicBezTo>
                        <a:pt x="908724" y="30246"/>
                        <a:pt x="985095" y="-8719"/>
                        <a:pt x="1268475" y="0"/>
                      </a:cubicBezTo>
                      <a:cubicBezTo>
                        <a:pt x="1551855" y="8719"/>
                        <a:pt x="1862086" y="-1211"/>
                        <a:pt x="2024162" y="0"/>
                      </a:cubicBezTo>
                      <a:cubicBezTo>
                        <a:pt x="1996892" y="295201"/>
                        <a:pt x="2020525" y="470622"/>
                        <a:pt x="2024162" y="611034"/>
                      </a:cubicBezTo>
                      <a:cubicBezTo>
                        <a:pt x="2027799" y="751446"/>
                        <a:pt x="1995845" y="970302"/>
                        <a:pt x="2024162" y="1196609"/>
                      </a:cubicBezTo>
                      <a:cubicBezTo>
                        <a:pt x="2052479" y="1422917"/>
                        <a:pt x="2000358" y="1656628"/>
                        <a:pt x="2024162" y="1782183"/>
                      </a:cubicBezTo>
                      <a:cubicBezTo>
                        <a:pt x="2047966" y="1907738"/>
                        <a:pt x="2046226" y="2386338"/>
                        <a:pt x="2024162" y="2545976"/>
                      </a:cubicBezTo>
                      <a:cubicBezTo>
                        <a:pt x="1734554" y="2537701"/>
                        <a:pt x="1599748" y="2528122"/>
                        <a:pt x="1349441" y="2545976"/>
                      </a:cubicBezTo>
                      <a:cubicBezTo>
                        <a:pt x="1099134" y="2563830"/>
                        <a:pt x="946885" y="2527574"/>
                        <a:pt x="735446" y="2545976"/>
                      </a:cubicBezTo>
                      <a:cubicBezTo>
                        <a:pt x="524007" y="2564378"/>
                        <a:pt x="230269" y="2531891"/>
                        <a:pt x="0" y="2545976"/>
                      </a:cubicBezTo>
                      <a:cubicBezTo>
                        <a:pt x="9256" y="2228812"/>
                        <a:pt x="19509" y="2092988"/>
                        <a:pt x="0" y="1909482"/>
                      </a:cubicBezTo>
                      <a:cubicBezTo>
                        <a:pt x="-19509" y="1725976"/>
                        <a:pt x="20656" y="1471870"/>
                        <a:pt x="0" y="1247528"/>
                      </a:cubicBezTo>
                      <a:cubicBezTo>
                        <a:pt x="-20656" y="1023186"/>
                        <a:pt x="17794" y="865154"/>
                        <a:pt x="0" y="636494"/>
                      </a:cubicBezTo>
                      <a:cubicBezTo>
                        <a:pt x="-17794" y="407834"/>
                        <a:pt x="16640" y="18563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1E399AD-1771-7B6F-2F3B-4C69A972A3BD}"/>
                    </a:ext>
                  </a:extLst>
                </p:cNvPr>
                <p:cNvSpPr/>
                <p:nvPr/>
              </p:nvSpPr>
              <p:spPr>
                <a:xfrm>
                  <a:off x="1905092" y="2178423"/>
                  <a:ext cx="1781081" cy="2240231"/>
                </a:xfrm>
                <a:custGeom>
                  <a:avLst/>
                  <a:gdLst>
                    <a:gd name="csX0" fmla="*/ 0 w 1781081"/>
                    <a:gd name="csY0" fmla="*/ 0 h 2240231"/>
                    <a:gd name="csX1" fmla="*/ 629315 w 1781081"/>
                    <a:gd name="csY1" fmla="*/ 0 h 2240231"/>
                    <a:gd name="csX2" fmla="*/ 1240820 w 1781081"/>
                    <a:gd name="csY2" fmla="*/ 0 h 2240231"/>
                    <a:gd name="csX3" fmla="*/ 1781081 w 1781081"/>
                    <a:gd name="csY3" fmla="*/ 0 h 2240231"/>
                    <a:gd name="csX4" fmla="*/ 1781081 w 1781081"/>
                    <a:gd name="csY4" fmla="*/ 582460 h 2240231"/>
                    <a:gd name="csX5" fmla="*/ 1781081 w 1781081"/>
                    <a:gd name="csY5" fmla="*/ 1120116 h 2240231"/>
                    <a:gd name="csX6" fmla="*/ 1781081 w 1781081"/>
                    <a:gd name="csY6" fmla="*/ 1635369 h 2240231"/>
                    <a:gd name="csX7" fmla="*/ 1781081 w 1781081"/>
                    <a:gd name="csY7" fmla="*/ 2240231 h 2240231"/>
                    <a:gd name="csX8" fmla="*/ 1205198 w 1781081"/>
                    <a:gd name="csY8" fmla="*/ 2240231 h 2240231"/>
                    <a:gd name="csX9" fmla="*/ 629315 w 1781081"/>
                    <a:gd name="csY9" fmla="*/ 2240231 h 2240231"/>
                    <a:gd name="csX10" fmla="*/ 0 w 1781081"/>
                    <a:gd name="csY10" fmla="*/ 2240231 h 2240231"/>
                    <a:gd name="csX11" fmla="*/ 0 w 1781081"/>
                    <a:gd name="csY11" fmla="*/ 1747380 h 2240231"/>
                    <a:gd name="csX12" fmla="*/ 0 w 1781081"/>
                    <a:gd name="csY12" fmla="*/ 1142518 h 2240231"/>
                    <a:gd name="csX13" fmla="*/ 0 w 1781081"/>
                    <a:gd name="csY13" fmla="*/ 537655 h 2240231"/>
                    <a:gd name="csX14" fmla="*/ 0 w 1781081"/>
                    <a:gd name="csY14" fmla="*/ 0 h 2240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1781081" h="2240231" extrusionOk="0">
                      <a:moveTo>
                        <a:pt x="0" y="0"/>
                      </a:moveTo>
                      <a:cubicBezTo>
                        <a:pt x="259831" y="-316"/>
                        <a:pt x="357700" y="-7290"/>
                        <a:pt x="629315" y="0"/>
                      </a:cubicBezTo>
                      <a:cubicBezTo>
                        <a:pt x="900930" y="7290"/>
                        <a:pt x="942715" y="-9508"/>
                        <a:pt x="1240820" y="0"/>
                      </a:cubicBezTo>
                      <a:cubicBezTo>
                        <a:pt x="1538926" y="9508"/>
                        <a:pt x="1608896" y="-1013"/>
                        <a:pt x="1781081" y="0"/>
                      </a:cubicBezTo>
                      <a:cubicBezTo>
                        <a:pt x="1780932" y="206240"/>
                        <a:pt x="1758411" y="417841"/>
                        <a:pt x="1781081" y="582460"/>
                      </a:cubicBezTo>
                      <a:cubicBezTo>
                        <a:pt x="1803751" y="747079"/>
                        <a:pt x="1776348" y="871124"/>
                        <a:pt x="1781081" y="1120116"/>
                      </a:cubicBezTo>
                      <a:cubicBezTo>
                        <a:pt x="1785814" y="1369108"/>
                        <a:pt x="1786642" y="1441020"/>
                        <a:pt x="1781081" y="1635369"/>
                      </a:cubicBezTo>
                      <a:cubicBezTo>
                        <a:pt x="1775520" y="1829718"/>
                        <a:pt x="1802716" y="1962077"/>
                        <a:pt x="1781081" y="2240231"/>
                      </a:cubicBezTo>
                      <a:cubicBezTo>
                        <a:pt x="1548541" y="2223289"/>
                        <a:pt x="1458030" y="2249310"/>
                        <a:pt x="1205198" y="2240231"/>
                      </a:cubicBezTo>
                      <a:cubicBezTo>
                        <a:pt x="952366" y="2231152"/>
                        <a:pt x="842070" y="2214494"/>
                        <a:pt x="629315" y="2240231"/>
                      </a:cubicBezTo>
                      <a:cubicBezTo>
                        <a:pt x="416560" y="2265968"/>
                        <a:pt x="275201" y="2213649"/>
                        <a:pt x="0" y="2240231"/>
                      </a:cubicBezTo>
                      <a:cubicBezTo>
                        <a:pt x="5241" y="2024403"/>
                        <a:pt x="1688" y="1890376"/>
                        <a:pt x="0" y="1747380"/>
                      </a:cubicBezTo>
                      <a:cubicBezTo>
                        <a:pt x="-1688" y="1604384"/>
                        <a:pt x="15381" y="1301098"/>
                        <a:pt x="0" y="1142518"/>
                      </a:cubicBezTo>
                      <a:cubicBezTo>
                        <a:pt x="-15381" y="983938"/>
                        <a:pt x="29844" y="809534"/>
                        <a:pt x="0" y="537655"/>
                      </a:cubicBezTo>
                      <a:cubicBezTo>
                        <a:pt x="-29844" y="265776"/>
                        <a:pt x="23193" y="261708"/>
                        <a:pt x="0" y="0"/>
                      </a:cubicBez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  <a:prstDash val="dash"/>
                  <a:extLst>
                    <a:ext uri="{C807C97D-BFC1-408E-A445-0C87EB9F89A2}">
                      <ask:lineSketchStyleProps xmlns:ask="http://schemas.microsoft.com/office/drawing/2018/sketchyshapes" sd="3559321221">
                        <a:prstGeom prst="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19002BAE-BAD7-18E5-C954-538006DF9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2939" y="3220838"/>
                <a:ext cx="1394320" cy="1394320"/>
              </a:xfrm>
              <a:prstGeom prst="rect">
                <a:avLst/>
              </a:prstGeom>
            </p:spPr>
          </p:pic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C9A8E98-84DA-22B2-9DAD-DF82F4EDAEA6}"/>
                </a:ext>
              </a:extLst>
            </p:cNvPr>
            <p:cNvSpPr/>
            <p:nvPr/>
          </p:nvSpPr>
          <p:spPr>
            <a:xfrm>
              <a:off x="8532221" y="2551797"/>
              <a:ext cx="652607" cy="652607"/>
            </a:xfrm>
            <a:custGeom>
              <a:avLst/>
              <a:gdLst>
                <a:gd name="csX0" fmla="*/ 0 w 652607"/>
                <a:gd name="csY0" fmla="*/ 326304 h 652607"/>
                <a:gd name="csX1" fmla="*/ 326304 w 652607"/>
                <a:gd name="csY1" fmla="*/ 0 h 652607"/>
                <a:gd name="csX2" fmla="*/ 652608 w 652607"/>
                <a:gd name="csY2" fmla="*/ 326304 h 652607"/>
                <a:gd name="csX3" fmla="*/ 326304 w 652607"/>
                <a:gd name="csY3" fmla="*/ 652608 h 652607"/>
                <a:gd name="csX4" fmla="*/ 0 w 652607"/>
                <a:gd name="csY4" fmla="*/ 326304 h 6526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07" h="652607" fill="none" extrusionOk="0">
                  <a:moveTo>
                    <a:pt x="0" y="326304"/>
                  </a:moveTo>
                  <a:cubicBezTo>
                    <a:pt x="20429" y="130892"/>
                    <a:pt x="166146" y="-4401"/>
                    <a:pt x="326304" y="0"/>
                  </a:cubicBezTo>
                  <a:cubicBezTo>
                    <a:pt x="479457" y="-30691"/>
                    <a:pt x="645207" y="145408"/>
                    <a:pt x="652608" y="326304"/>
                  </a:cubicBezTo>
                  <a:cubicBezTo>
                    <a:pt x="644661" y="469024"/>
                    <a:pt x="521769" y="670315"/>
                    <a:pt x="326304" y="652608"/>
                  </a:cubicBezTo>
                  <a:cubicBezTo>
                    <a:pt x="168677" y="626105"/>
                    <a:pt x="7254" y="512985"/>
                    <a:pt x="0" y="326304"/>
                  </a:cubicBezTo>
                  <a:close/>
                </a:path>
                <a:path w="652607" h="652607" stroke="0" extrusionOk="0">
                  <a:moveTo>
                    <a:pt x="0" y="326304"/>
                  </a:moveTo>
                  <a:cubicBezTo>
                    <a:pt x="35798" y="164920"/>
                    <a:pt x="153433" y="-1658"/>
                    <a:pt x="326304" y="0"/>
                  </a:cubicBezTo>
                  <a:cubicBezTo>
                    <a:pt x="481783" y="-2786"/>
                    <a:pt x="650649" y="179051"/>
                    <a:pt x="652608" y="326304"/>
                  </a:cubicBezTo>
                  <a:cubicBezTo>
                    <a:pt x="674506" y="530292"/>
                    <a:pt x="499967" y="651293"/>
                    <a:pt x="326304" y="652608"/>
                  </a:cubicBezTo>
                  <a:cubicBezTo>
                    <a:pt x="128291" y="653054"/>
                    <a:pt x="-26157" y="500360"/>
                    <a:pt x="0" y="326304"/>
                  </a:cubicBezTo>
                  <a:close/>
                </a:path>
              </a:pathLst>
            </a:custGeom>
            <a:solidFill>
              <a:srgbClr val="BBE6F7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60503195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9B3CF18-D387-419C-9CDC-AED46B4D4FE1}"/>
                </a:ext>
              </a:extLst>
            </p:cNvPr>
            <p:cNvSpPr txBox="1"/>
            <p:nvPr/>
          </p:nvSpPr>
          <p:spPr>
            <a:xfrm>
              <a:off x="8249498" y="3228847"/>
              <a:ext cx="12982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>
                  <a:solidFill>
                    <a:srgbClr val="404049"/>
                  </a:solidFill>
                  <a:latin typeface="SVN-Good Dog" panose="02040603050506020204" pitchFamily="18" charset="0"/>
                </a:rPr>
                <a:t>Họ và tên</a:t>
              </a:r>
            </a:p>
            <a:p>
              <a:pPr algn="ctr"/>
              <a:r>
                <a:rPr lang="en-VN" sz="1400">
                  <a:solidFill>
                    <a:srgbClr val="404049"/>
                  </a:solidFill>
                  <a:latin typeface="SVN-Good Dog" panose="02040603050506020204" pitchFamily="18" charset="0"/>
                </a:rPr>
                <a:t>Chức vụ</a:t>
              </a:r>
            </a:p>
          </p:txBody>
        </p:sp>
      </p:grp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CEBB69AC-E4B7-4CF0-615C-574E781B6AC1}"/>
              </a:ext>
            </a:extLst>
          </p:cNvPr>
          <p:cNvSpPr/>
          <p:nvPr/>
        </p:nvSpPr>
        <p:spPr>
          <a:xfrm>
            <a:off x="838324" y="331484"/>
            <a:ext cx="1647377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C1C48E18-A028-21F0-0253-4D2575F6F2FE}"/>
              </a:ext>
            </a:extLst>
          </p:cNvPr>
          <p:cNvSpPr/>
          <p:nvPr/>
        </p:nvSpPr>
        <p:spPr>
          <a:xfrm>
            <a:off x="2024833" y="794436"/>
            <a:ext cx="1688298" cy="303894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8AA1AD46-9AC9-306F-B87F-BB30970A5A63}"/>
              </a:ext>
            </a:extLst>
          </p:cNvPr>
          <p:cNvSpPr/>
          <p:nvPr/>
        </p:nvSpPr>
        <p:spPr>
          <a:xfrm>
            <a:off x="8609463" y="331484"/>
            <a:ext cx="1479935" cy="26638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9593FD60-53DF-5440-4074-31919AD8B898}"/>
              </a:ext>
            </a:extLst>
          </p:cNvPr>
          <p:cNvSpPr/>
          <p:nvPr/>
        </p:nvSpPr>
        <p:spPr>
          <a:xfrm>
            <a:off x="10334171" y="293422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1717906E-14ED-14CB-BBFF-2009EE8B0AB3}"/>
              </a:ext>
            </a:extLst>
          </p:cNvPr>
          <p:cNvSpPr/>
          <p:nvPr/>
        </p:nvSpPr>
        <p:spPr>
          <a:xfrm>
            <a:off x="10352662" y="797415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72542402-2C93-7EEA-C9D9-D59AD7400E44}"/>
              </a:ext>
            </a:extLst>
          </p:cNvPr>
          <p:cNvSpPr/>
          <p:nvPr/>
        </p:nvSpPr>
        <p:spPr>
          <a:xfrm>
            <a:off x="133084" y="944695"/>
            <a:ext cx="1647378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8DF8ECE0-4FA7-53A8-C501-CCCAE993A9B4}"/>
              </a:ext>
            </a:extLst>
          </p:cNvPr>
          <p:cNvSpPr/>
          <p:nvPr/>
        </p:nvSpPr>
        <p:spPr>
          <a:xfrm>
            <a:off x="8434671" y="975824"/>
            <a:ext cx="1829517" cy="32931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420A048E-F6FB-5274-C2E4-C08FCE9F6D41}"/>
              </a:ext>
            </a:extLst>
          </p:cNvPr>
          <p:cNvSpPr txBox="1"/>
          <p:nvPr/>
        </p:nvSpPr>
        <p:spPr>
          <a:xfrm>
            <a:off x="3713131" y="-1363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8800">
                <a:solidFill>
                  <a:srgbClr val="404049"/>
                </a:solidFill>
                <a:latin typeface="iCiel Stabile Regular"/>
              </a:rPr>
              <a:t>BITI'S - SSD 2023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508A8C81-94A0-6684-DD1F-2A8B540B7F95}"/>
              </a:ext>
            </a:extLst>
          </p:cNvPr>
          <p:cNvSpPr/>
          <p:nvPr/>
        </p:nvSpPr>
        <p:spPr>
          <a:xfrm>
            <a:off x="-118454" y="2267613"/>
            <a:ext cx="1446444" cy="1650942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6197F9C3-08BF-32F2-6C79-D62CE5712289}"/>
              </a:ext>
            </a:extLst>
          </p:cNvPr>
          <p:cNvSpPr/>
          <p:nvPr/>
        </p:nvSpPr>
        <p:spPr>
          <a:xfrm>
            <a:off x="-1663325" y="5150107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BA46518A-265A-3359-AF2A-1DE4DDD937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124" y="4794461"/>
            <a:ext cx="4946097" cy="2116717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3677FE4-4D09-3744-46C2-C78E37A8EE4A}"/>
              </a:ext>
            </a:extLst>
          </p:cNvPr>
          <p:cNvSpPr/>
          <p:nvPr/>
        </p:nvSpPr>
        <p:spPr>
          <a:xfrm>
            <a:off x="-4821563" y="467949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9DEA7ABD-1091-6CC8-0957-C0378F069506}"/>
              </a:ext>
            </a:extLst>
          </p:cNvPr>
          <p:cNvSpPr/>
          <p:nvPr/>
        </p:nvSpPr>
        <p:spPr>
          <a:xfrm>
            <a:off x="8070314" y="3905955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6" name="!!Freeform 39">
            <a:extLst>
              <a:ext uri="{FF2B5EF4-FFF2-40B4-BE49-F238E27FC236}">
                <a16:creationId xmlns:a16="http://schemas.microsoft.com/office/drawing/2014/main" id="{B40C20B4-2055-1EA4-E539-0A91AD36B118}"/>
              </a:ext>
            </a:extLst>
          </p:cNvPr>
          <p:cNvSpPr/>
          <p:nvPr/>
        </p:nvSpPr>
        <p:spPr>
          <a:xfrm>
            <a:off x="1691460" y="940848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7" name="!!Freeform 37">
            <a:extLst>
              <a:ext uri="{FF2B5EF4-FFF2-40B4-BE49-F238E27FC236}">
                <a16:creationId xmlns:a16="http://schemas.microsoft.com/office/drawing/2014/main" id="{C5563729-D1D6-06AF-A2FD-356AF8F16ACC}"/>
              </a:ext>
            </a:extLst>
          </p:cNvPr>
          <p:cNvSpPr/>
          <p:nvPr/>
        </p:nvSpPr>
        <p:spPr>
          <a:xfrm>
            <a:off x="1691460" y="11130971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8" name="!!Freeform 36">
            <a:extLst>
              <a:ext uri="{FF2B5EF4-FFF2-40B4-BE49-F238E27FC236}">
                <a16:creationId xmlns:a16="http://schemas.microsoft.com/office/drawing/2014/main" id="{33FE6790-3611-9844-4BB1-E517BC7E7453}"/>
              </a:ext>
            </a:extLst>
          </p:cNvPr>
          <p:cNvSpPr/>
          <p:nvPr/>
        </p:nvSpPr>
        <p:spPr>
          <a:xfrm>
            <a:off x="1691460" y="13410940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9" name="!!Freeform 35">
            <a:extLst>
              <a:ext uri="{FF2B5EF4-FFF2-40B4-BE49-F238E27FC236}">
                <a16:creationId xmlns:a16="http://schemas.microsoft.com/office/drawing/2014/main" id="{6A19E2B4-A1C9-F548-198C-D07DC6BFA149}"/>
              </a:ext>
            </a:extLst>
          </p:cNvPr>
          <p:cNvSpPr/>
          <p:nvPr/>
        </p:nvSpPr>
        <p:spPr>
          <a:xfrm>
            <a:off x="1691460" y="1713987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0" name="!!Oval 4">
            <a:extLst>
              <a:ext uri="{FF2B5EF4-FFF2-40B4-BE49-F238E27FC236}">
                <a16:creationId xmlns:a16="http://schemas.microsoft.com/office/drawing/2014/main" id="{1717C931-52CE-0D25-9463-11FB8DEA30E8}"/>
              </a:ext>
            </a:extLst>
          </p:cNvPr>
          <p:cNvSpPr/>
          <p:nvPr/>
        </p:nvSpPr>
        <p:spPr>
          <a:xfrm rot="11953672">
            <a:off x="12459285" y="-3160918"/>
            <a:ext cx="12452211" cy="124522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1" name="!!Oval 14">
            <a:extLst>
              <a:ext uri="{FF2B5EF4-FFF2-40B4-BE49-F238E27FC236}">
                <a16:creationId xmlns:a16="http://schemas.microsoft.com/office/drawing/2014/main" id="{16594E2C-13F6-6B4A-2C72-CAF2F5279F9E}"/>
              </a:ext>
            </a:extLst>
          </p:cNvPr>
          <p:cNvSpPr/>
          <p:nvPr/>
        </p:nvSpPr>
        <p:spPr>
          <a:xfrm>
            <a:off x="-9693366" y="-9907190"/>
            <a:ext cx="31578731" cy="31578731"/>
          </a:xfrm>
          <a:custGeom>
            <a:avLst/>
            <a:gdLst>
              <a:gd name="csX0" fmla="*/ 0 w 31578731"/>
              <a:gd name="csY0" fmla="*/ 15789366 h 31578731"/>
              <a:gd name="csX1" fmla="*/ 15789366 w 31578731"/>
              <a:gd name="csY1" fmla="*/ 0 h 31578731"/>
              <a:gd name="csX2" fmla="*/ 31578732 w 31578731"/>
              <a:gd name="csY2" fmla="*/ 15789366 h 31578731"/>
              <a:gd name="csX3" fmla="*/ 15789366 w 31578731"/>
              <a:gd name="csY3" fmla="*/ 31578732 h 31578731"/>
              <a:gd name="csX4" fmla="*/ 0 w 31578731"/>
              <a:gd name="csY4" fmla="*/ 15789366 h 31578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578731" h="31578731" extrusionOk="0">
                <a:moveTo>
                  <a:pt x="0" y="15789366"/>
                </a:moveTo>
                <a:cubicBezTo>
                  <a:pt x="82519" y="6412822"/>
                  <a:pt x="6171206" y="1019744"/>
                  <a:pt x="15789366" y="0"/>
                </a:cubicBezTo>
                <a:cubicBezTo>
                  <a:pt x="24599850" y="290373"/>
                  <a:pt x="31792287" y="7418602"/>
                  <a:pt x="31578732" y="15789366"/>
                </a:cubicBezTo>
                <a:cubicBezTo>
                  <a:pt x="31858024" y="25657485"/>
                  <a:pt x="24504182" y="31182587"/>
                  <a:pt x="15789366" y="31578732"/>
                </a:cubicBezTo>
                <a:cubicBezTo>
                  <a:pt x="7849513" y="30341673"/>
                  <a:pt x="828680" y="25709178"/>
                  <a:pt x="0" y="1578936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2" name="!!Freeform 15">
            <a:extLst>
              <a:ext uri="{FF2B5EF4-FFF2-40B4-BE49-F238E27FC236}">
                <a16:creationId xmlns:a16="http://schemas.microsoft.com/office/drawing/2014/main" id="{4D64D16C-F746-86CC-7AFD-1AF61BCB1C8C}"/>
              </a:ext>
            </a:extLst>
          </p:cNvPr>
          <p:cNvSpPr/>
          <p:nvPr/>
        </p:nvSpPr>
        <p:spPr>
          <a:xfrm>
            <a:off x="-11018566" y="-6590880"/>
            <a:ext cx="12100987" cy="6854612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3" name="!!Freeform 26">
            <a:extLst>
              <a:ext uri="{FF2B5EF4-FFF2-40B4-BE49-F238E27FC236}">
                <a16:creationId xmlns:a16="http://schemas.microsoft.com/office/drawing/2014/main" id="{E1EDCA10-D002-0545-9E70-D4EBAE00B7B5}"/>
              </a:ext>
            </a:extLst>
          </p:cNvPr>
          <p:cNvSpPr/>
          <p:nvPr/>
        </p:nvSpPr>
        <p:spPr>
          <a:xfrm>
            <a:off x="-14821149" y="10994396"/>
            <a:ext cx="21285297" cy="780282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4" name="!!Freeform 6">
            <a:extLst>
              <a:ext uri="{FF2B5EF4-FFF2-40B4-BE49-F238E27FC236}">
                <a16:creationId xmlns:a16="http://schemas.microsoft.com/office/drawing/2014/main" id="{A011C300-CC99-7D27-0F05-C180DE5D0074}"/>
              </a:ext>
            </a:extLst>
          </p:cNvPr>
          <p:cNvSpPr/>
          <p:nvPr/>
        </p:nvSpPr>
        <p:spPr>
          <a:xfrm>
            <a:off x="17530868" y="-2044394"/>
            <a:ext cx="9301219" cy="930121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75" name="!!nuhvreinvRcsvounded Rectangle 43">
            <a:extLst>
              <a:ext uri="{FF2B5EF4-FFF2-40B4-BE49-F238E27FC236}">
                <a16:creationId xmlns:a16="http://schemas.microsoft.com/office/drawing/2014/main" id="{568E548B-8E9B-2701-18A0-5D49290F2A40}"/>
              </a:ext>
            </a:extLst>
          </p:cNvPr>
          <p:cNvSpPr/>
          <p:nvPr/>
        </p:nvSpPr>
        <p:spPr>
          <a:xfrm>
            <a:off x="2409450" y="8002498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76" name="!!TextBox 3">
            <a:extLst>
              <a:ext uri="{FF2B5EF4-FFF2-40B4-BE49-F238E27FC236}">
                <a16:creationId xmlns:a16="http://schemas.microsoft.com/office/drawing/2014/main" id="{3E47012D-B982-D712-3ADF-A6C27C64041B}"/>
              </a:ext>
            </a:extLst>
          </p:cNvPr>
          <p:cNvSpPr txBox="1"/>
          <p:nvPr/>
        </p:nvSpPr>
        <p:spPr>
          <a:xfrm>
            <a:off x="3151027" y="9236498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77" name="!!TextBox 5">
            <a:extLst>
              <a:ext uri="{FF2B5EF4-FFF2-40B4-BE49-F238E27FC236}">
                <a16:creationId xmlns:a16="http://schemas.microsoft.com/office/drawing/2014/main" id="{E0E30CA7-961F-7D81-FEC5-A65A1508EF9E}"/>
              </a:ext>
            </a:extLst>
          </p:cNvPr>
          <p:cNvSpPr txBox="1"/>
          <p:nvPr/>
        </p:nvSpPr>
        <p:spPr>
          <a:xfrm>
            <a:off x="2905049" y="11017113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8" name="!!TextBox 6">
            <a:extLst>
              <a:ext uri="{FF2B5EF4-FFF2-40B4-BE49-F238E27FC236}">
                <a16:creationId xmlns:a16="http://schemas.microsoft.com/office/drawing/2014/main" id="{DAEFCEBE-C803-A80B-9FC1-2C5D0DB4C01D}"/>
              </a:ext>
            </a:extLst>
          </p:cNvPr>
          <p:cNvSpPr txBox="1"/>
          <p:nvPr/>
        </p:nvSpPr>
        <p:spPr>
          <a:xfrm>
            <a:off x="2905049" y="13266133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79" name="!!TextBox 7">
            <a:extLst>
              <a:ext uri="{FF2B5EF4-FFF2-40B4-BE49-F238E27FC236}">
                <a16:creationId xmlns:a16="http://schemas.microsoft.com/office/drawing/2014/main" id="{3938DB8C-022A-AE0A-A668-028D163158B4}"/>
              </a:ext>
            </a:extLst>
          </p:cNvPr>
          <p:cNvSpPr txBox="1"/>
          <p:nvPr/>
        </p:nvSpPr>
        <p:spPr>
          <a:xfrm>
            <a:off x="2905049" y="1703116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pic>
        <p:nvPicPr>
          <p:cNvPr id="80" name="!!Picture 23">
            <a:extLst>
              <a:ext uri="{FF2B5EF4-FFF2-40B4-BE49-F238E27FC236}">
                <a16:creationId xmlns:a16="http://schemas.microsoft.com/office/drawing/2014/main" id="{68C05B13-D185-C29C-B9FF-846F6AB5270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321" t="10424" r="8183" b="8537"/>
          <a:stretch>
            <a:fillRect/>
          </a:stretch>
        </p:blipFill>
        <p:spPr>
          <a:xfrm>
            <a:off x="994501" y="8825049"/>
            <a:ext cx="1414949" cy="1407005"/>
          </a:xfrm>
          <a:prstGeom prst="rect">
            <a:avLst/>
          </a:prstGeom>
        </p:spPr>
      </p:pic>
      <p:pic>
        <p:nvPicPr>
          <p:cNvPr id="81" name="!!Picture 25">
            <a:extLst>
              <a:ext uri="{FF2B5EF4-FFF2-40B4-BE49-F238E27FC236}">
                <a16:creationId xmlns:a16="http://schemas.microsoft.com/office/drawing/2014/main" id="{EE7D89B0-8891-A549-3EC5-4C0C6750CB0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203" t="4819" r="6041" b="20249"/>
          <a:stretch>
            <a:fillRect/>
          </a:stretch>
        </p:blipFill>
        <p:spPr>
          <a:xfrm>
            <a:off x="1082400" y="10862261"/>
            <a:ext cx="1264098" cy="1055330"/>
          </a:xfrm>
          <a:prstGeom prst="rect">
            <a:avLst/>
          </a:prstGeom>
        </p:spPr>
      </p:pic>
      <p:pic>
        <p:nvPicPr>
          <p:cNvPr id="82" name="!!Picture 30">
            <a:extLst>
              <a:ext uri="{FF2B5EF4-FFF2-40B4-BE49-F238E27FC236}">
                <a16:creationId xmlns:a16="http://schemas.microsoft.com/office/drawing/2014/main" id="{BB7545E8-EEC1-8291-DB84-7F1E0B8EAC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5267" y="16749594"/>
            <a:ext cx="1264098" cy="1264098"/>
          </a:xfrm>
          <a:prstGeom prst="rect">
            <a:avLst/>
          </a:prstGeom>
        </p:spPr>
      </p:pic>
      <p:pic>
        <p:nvPicPr>
          <p:cNvPr id="83" name="!!Picture 32">
            <a:extLst>
              <a:ext uri="{FF2B5EF4-FFF2-40B4-BE49-F238E27FC236}">
                <a16:creationId xmlns:a16="http://schemas.microsoft.com/office/drawing/2014/main" id="{7B534466-C866-3D96-B4E6-4A6E3EAF7E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709" y="12648316"/>
            <a:ext cx="1591656" cy="15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04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2F0B3-C145-561E-6AF3-F162D051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!!Freeform 39">
            <a:extLst>
              <a:ext uri="{FF2B5EF4-FFF2-40B4-BE49-F238E27FC236}">
                <a16:creationId xmlns:a16="http://schemas.microsoft.com/office/drawing/2014/main" id="{5755F2C7-CD45-6917-69AE-40E6CF18DC11}"/>
              </a:ext>
            </a:extLst>
          </p:cNvPr>
          <p:cNvSpPr/>
          <p:nvPr/>
        </p:nvSpPr>
        <p:spPr>
          <a:xfrm>
            <a:off x="1691460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8" name="!!Freeform 37">
            <a:extLst>
              <a:ext uri="{FF2B5EF4-FFF2-40B4-BE49-F238E27FC236}">
                <a16:creationId xmlns:a16="http://schemas.microsoft.com/office/drawing/2014/main" id="{787132AF-743F-0942-E0E0-386DA690EA60}"/>
              </a:ext>
            </a:extLst>
          </p:cNvPr>
          <p:cNvSpPr/>
          <p:nvPr/>
        </p:nvSpPr>
        <p:spPr>
          <a:xfrm>
            <a:off x="1691460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7" name="!!Freeform 36">
            <a:extLst>
              <a:ext uri="{FF2B5EF4-FFF2-40B4-BE49-F238E27FC236}">
                <a16:creationId xmlns:a16="http://schemas.microsoft.com/office/drawing/2014/main" id="{2FD35596-C557-431E-50BE-AA655F3CDD43}"/>
              </a:ext>
            </a:extLst>
          </p:cNvPr>
          <p:cNvSpPr/>
          <p:nvPr/>
        </p:nvSpPr>
        <p:spPr>
          <a:xfrm>
            <a:off x="1691460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6" name="!!Freeform 35">
            <a:extLst>
              <a:ext uri="{FF2B5EF4-FFF2-40B4-BE49-F238E27FC236}">
                <a16:creationId xmlns:a16="http://schemas.microsoft.com/office/drawing/2014/main" id="{C46D1787-D147-2061-6968-76C457B4D1A2}"/>
              </a:ext>
            </a:extLst>
          </p:cNvPr>
          <p:cNvSpPr/>
          <p:nvPr/>
        </p:nvSpPr>
        <p:spPr>
          <a:xfrm>
            <a:off x="1691460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7" name="!!juivdfonvjboigdFreeform 16">
            <a:extLst>
              <a:ext uri="{FF2B5EF4-FFF2-40B4-BE49-F238E27FC236}">
                <a16:creationId xmlns:a16="http://schemas.microsoft.com/office/drawing/2014/main" id="{FB2813D2-7361-4195-D4B2-C0542353CB46}"/>
              </a:ext>
            </a:extLst>
          </p:cNvPr>
          <p:cNvSpPr/>
          <p:nvPr/>
        </p:nvSpPr>
        <p:spPr>
          <a:xfrm>
            <a:off x="377456" y="-2753408"/>
            <a:ext cx="1647377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8" name="!!juvneriufvnuoFreeform 17">
            <a:extLst>
              <a:ext uri="{FF2B5EF4-FFF2-40B4-BE49-F238E27FC236}">
                <a16:creationId xmlns:a16="http://schemas.microsoft.com/office/drawing/2014/main" id="{D88CF272-48AA-6F0F-DFF5-13F7928BB47A}"/>
              </a:ext>
            </a:extLst>
          </p:cNvPr>
          <p:cNvSpPr/>
          <p:nvPr/>
        </p:nvSpPr>
        <p:spPr>
          <a:xfrm>
            <a:off x="927553" y="-1265128"/>
            <a:ext cx="1688298" cy="303894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!!jifnvreionviefFreeform 18">
            <a:extLst>
              <a:ext uri="{FF2B5EF4-FFF2-40B4-BE49-F238E27FC236}">
                <a16:creationId xmlns:a16="http://schemas.microsoft.com/office/drawing/2014/main" id="{60A95645-EB6C-75B1-DD86-614D62D335F7}"/>
              </a:ext>
            </a:extLst>
          </p:cNvPr>
          <p:cNvSpPr/>
          <p:nvPr/>
        </p:nvSpPr>
        <p:spPr>
          <a:xfrm>
            <a:off x="10751052" y="-2097137"/>
            <a:ext cx="1479935" cy="26638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0" name="!!ịvjeojnbiogejnmbogFreeform 19">
            <a:extLst>
              <a:ext uri="{FF2B5EF4-FFF2-40B4-BE49-F238E27FC236}">
                <a16:creationId xmlns:a16="http://schemas.microsoft.com/office/drawing/2014/main" id="{A5D654C3-B7CB-8CDF-4C87-F02498FFF54E}"/>
              </a:ext>
            </a:extLst>
          </p:cNvPr>
          <p:cNvSpPr/>
          <p:nvPr/>
        </p:nvSpPr>
        <p:spPr>
          <a:xfrm>
            <a:off x="14476788" y="-1169618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1" name="!!juvnfridvnfubnvgdfbFreeform 20">
            <a:extLst>
              <a:ext uri="{FF2B5EF4-FFF2-40B4-BE49-F238E27FC236}">
                <a16:creationId xmlns:a16="http://schemas.microsoft.com/office/drawing/2014/main" id="{59E831E6-7096-97E7-2E1A-B28053885CA7}"/>
              </a:ext>
            </a:extLst>
          </p:cNvPr>
          <p:cNvSpPr/>
          <p:nvPr/>
        </p:nvSpPr>
        <p:spPr>
          <a:xfrm>
            <a:off x="17785562" y="1301998"/>
            <a:ext cx="1691387" cy="304450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2" name="!!jifviorejnvioeFreeform 21">
            <a:extLst>
              <a:ext uri="{FF2B5EF4-FFF2-40B4-BE49-F238E27FC236}">
                <a16:creationId xmlns:a16="http://schemas.microsoft.com/office/drawing/2014/main" id="{0C1CEBE9-4546-2C94-FD67-88FF23086C3A}"/>
              </a:ext>
            </a:extLst>
          </p:cNvPr>
          <p:cNvSpPr/>
          <p:nvPr/>
        </p:nvSpPr>
        <p:spPr>
          <a:xfrm>
            <a:off x="-2991320" y="-296528"/>
            <a:ext cx="1647378" cy="296528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3" name="!!kbg nfogibj nfgiobFreeform 22">
            <a:extLst>
              <a:ext uri="{FF2B5EF4-FFF2-40B4-BE49-F238E27FC236}">
                <a16:creationId xmlns:a16="http://schemas.microsoft.com/office/drawing/2014/main" id="{779C41CA-ED2E-96D9-00A0-6A651B8D83C3}"/>
              </a:ext>
            </a:extLst>
          </p:cNvPr>
          <p:cNvSpPr/>
          <p:nvPr/>
        </p:nvSpPr>
        <p:spPr>
          <a:xfrm>
            <a:off x="7093551" y="-2508329"/>
            <a:ext cx="1829517" cy="329313"/>
          </a:xfrm>
          <a:custGeom>
            <a:avLst/>
            <a:gdLst>
              <a:gd name="csX0" fmla="*/ 1783082 w 2909457"/>
              <a:gd name="csY0" fmla="*/ 0 h 523703"/>
              <a:gd name="csX1" fmla="*/ 2402381 w 2909457"/>
              <a:gd name="csY1" fmla="*/ 153786 h 523703"/>
              <a:gd name="csX2" fmla="*/ 2375259 w 2909457"/>
              <a:gd name="csY2" fmla="*/ 187146 h 523703"/>
              <a:gd name="csX3" fmla="*/ 2531217 w 2909457"/>
              <a:gd name="csY3" fmla="*/ 194965 h 523703"/>
              <a:gd name="csX4" fmla="*/ 2909457 w 2909457"/>
              <a:gd name="csY4" fmla="*/ 336666 h 523703"/>
              <a:gd name="csX5" fmla="*/ 2290158 w 2909457"/>
              <a:gd name="csY5" fmla="*/ 490452 h 523703"/>
              <a:gd name="csX6" fmla="*/ 2049099 w 2909457"/>
              <a:gd name="csY6" fmla="*/ 478367 h 523703"/>
              <a:gd name="csX7" fmla="*/ 1870647 w 2909457"/>
              <a:gd name="csY7" fmla="*/ 448490 h 523703"/>
              <a:gd name="csX8" fmla="*/ 1788731 w 2909457"/>
              <a:gd name="csY8" fmla="*/ 478660 h 523703"/>
              <a:gd name="csX9" fmla="*/ 1350820 w 2909457"/>
              <a:gd name="csY9" fmla="*/ 523703 h 523703"/>
              <a:gd name="csX10" fmla="*/ 912910 w 2909457"/>
              <a:gd name="csY10" fmla="*/ 478660 h 523703"/>
              <a:gd name="csX11" fmla="*/ 895939 w 2909457"/>
              <a:gd name="csY11" fmla="*/ 472410 h 523703"/>
              <a:gd name="csX12" fmla="*/ 860358 w 2909457"/>
              <a:gd name="csY12" fmla="*/ 478367 h 523703"/>
              <a:gd name="csX13" fmla="*/ 619299 w 2909457"/>
              <a:gd name="csY13" fmla="*/ 490452 h 523703"/>
              <a:gd name="csX14" fmla="*/ 0 w 2909457"/>
              <a:gd name="csY14" fmla="*/ 336666 h 523703"/>
              <a:gd name="csX15" fmla="*/ 378240 w 2909457"/>
              <a:gd name="csY15" fmla="*/ 194965 h 523703"/>
              <a:gd name="csX16" fmla="*/ 439587 w 2909457"/>
              <a:gd name="csY16" fmla="*/ 191890 h 523703"/>
              <a:gd name="csX17" fmla="*/ 432262 w 2909457"/>
              <a:gd name="csY17" fmla="*/ 182880 h 523703"/>
              <a:gd name="csX18" fmla="*/ 1051561 w 2909457"/>
              <a:gd name="csY18" fmla="*/ 29094 h 523703"/>
              <a:gd name="csX19" fmla="*/ 1292620 w 2909457"/>
              <a:gd name="csY19" fmla="*/ 41179 h 523703"/>
              <a:gd name="csX20" fmla="*/ 1335960 w 2909457"/>
              <a:gd name="csY20" fmla="*/ 48435 h 523703"/>
              <a:gd name="csX21" fmla="*/ 1345172 w 2909457"/>
              <a:gd name="csY21" fmla="*/ 45043 h 523703"/>
              <a:gd name="csX22" fmla="*/ 1783082 w 2909457"/>
              <a:gd name="csY22" fmla="*/ 0 h 523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909457" h="523703">
                <a:moveTo>
                  <a:pt x="1783082" y="0"/>
                </a:moveTo>
                <a:cubicBezTo>
                  <a:pt x="2125111" y="0"/>
                  <a:pt x="2402381" y="68852"/>
                  <a:pt x="2402381" y="153786"/>
                </a:cubicBezTo>
                <a:lnTo>
                  <a:pt x="2375259" y="187146"/>
                </a:lnTo>
                <a:lnTo>
                  <a:pt x="2531217" y="194965"/>
                </a:lnTo>
                <a:cubicBezTo>
                  <a:pt x="2753493" y="218311"/>
                  <a:pt x="2909457" y="272966"/>
                  <a:pt x="2909457" y="336666"/>
                </a:cubicBezTo>
                <a:cubicBezTo>
                  <a:pt x="2909457" y="421600"/>
                  <a:pt x="2632187" y="490452"/>
                  <a:pt x="2290158" y="490452"/>
                </a:cubicBezTo>
                <a:cubicBezTo>
                  <a:pt x="2204651" y="490452"/>
                  <a:pt x="2123191" y="486149"/>
                  <a:pt x="2049099" y="478367"/>
                </a:cubicBezTo>
                <a:lnTo>
                  <a:pt x="1870647" y="448490"/>
                </a:lnTo>
                <a:lnTo>
                  <a:pt x="1788731" y="478660"/>
                </a:lnTo>
                <a:cubicBezTo>
                  <a:pt x="1676659" y="506490"/>
                  <a:pt x="1521835" y="523703"/>
                  <a:pt x="1350820" y="523703"/>
                </a:cubicBezTo>
                <a:cubicBezTo>
                  <a:pt x="1179806" y="523703"/>
                  <a:pt x="1024981" y="506490"/>
                  <a:pt x="912910" y="478660"/>
                </a:cubicBezTo>
                <a:lnTo>
                  <a:pt x="895939" y="472410"/>
                </a:lnTo>
                <a:lnTo>
                  <a:pt x="860358" y="478367"/>
                </a:lnTo>
                <a:cubicBezTo>
                  <a:pt x="786266" y="486149"/>
                  <a:pt x="704806" y="490452"/>
                  <a:pt x="619299" y="490452"/>
                </a:cubicBezTo>
                <a:cubicBezTo>
                  <a:pt x="277270" y="490452"/>
                  <a:pt x="0" y="421600"/>
                  <a:pt x="0" y="336666"/>
                </a:cubicBezTo>
                <a:cubicBezTo>
                  <a:pt x="0" y="272966"/>
                  <a:pt x="155965" y="218311"/>
                  <a:pt x="378240" y="194965"/>
                </a:cubicBezTo>
                <a:lnTo>
                  <a:pt x="439587" y="191890"/>
                </a:lnTo>
                <a:lnTo>
                  <a:pt x="432262" y="182880"/>
                </a:lnTo>
                <a:cubicBezTo>
                  <a:pt x="432262" y="97946"/>
                  <a:pt x="709532" y="29094"/>
                  <a:pt x="1051561" y="29094"/>
                </a:cubicBezTo>
                <a:cubicBezTo>
                  <a:pt x="1137068" y="29094"/>
                  <a:pt x="1218528" y="33397"/>
                  <a:pt x="1292620" y="41179"/>
                </a:cubicBezTo>
                <a:lnTo>
                  <a:pt x="1335960" y="48435"/>
                </a:lnTo>
                <a:lnTo>
                  <a:pt x="1345172" y="45043"/>
                </a:lnTo>
                <a:cubicBezTo>
                  <a:pt x="1457243" y="17213"/>
                  <a:pt x="1612068" y="0"/>
                  <a:pt x="1783082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9" name="!!nbvrbvkjTextBox 38">
            <a:extLst>
              <a:ext uri="{FF2B5EF4-FFF2-40B4-BE49-F238E27FC236}">
                <a16:creationId xmlns:a16="http://schemas.microsoft.com/office/drawing/2014/main" id="{DE6483B6-EF4F-7C91-64FB-2F4152391958}"/>
              </a:ext>
            </a:extLst>
          </p:cNvPr>
          <p:cNvSpPr txBox="1"/>
          <p:nvPr/>
        </p:nvSpPr>
        <p:spPr>
          <a:xfrm>
            <a:off x="3713131" y="-3954879"/>
            <a:ext cx="47657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8800">
                <a:solidFill>
                  <a:srgbClr val="404049"/>
                </a:solidFill>
                <a:latin typeface="iCiel Stabile Regular"/>
              </a:rPr>
              <a:t>BITI'S - SSD 2023</a:t>
            </a:r>
          </a:p>
        </p:txBody>
      </p:sp>
      <p:sp>
        <p:nvSpPr>
          <p:cNvPr id="45" name="!!njvkernvFreeform 4">
            <a:extLst>
              <a:ext uri="{FF2B5EF4-FFF2-40B4-BE49-F238E27FC236}">
                <a16:creationId xmlns:a16="http://schemas.microsoft.com/office/drawing/2014/main" id="{199AC3DF-DB0D-FC24-EA38-A529AAF80A6C}"/>
              </a:ext>
            </a:extLst>
          </p:cNvPr>
          <p:cNvSpPr/>
          <p:nvPr/>
        </p:nvSpPr>
        <p:spPr>
          <a:xfrm>
            <a:off x="-6454813" y="-297611"/>
            <a:ext cx="5110871" cy="5833445"/>
          </a:xfrm>
          <a:custGeom>
            <a:avLst/>
            <a:gdLst/>
            <a:ahLst/>
            <a:cxnLst/>
            <a:rect l="l" t="t" r="r" b="b"/>
            <a:pathLst>
              <a:path w="5342380" h="6097682">
                <a:moveTo>
                  <a:pt x="0" y="0"/>
                </a:moveTo>
                <a:lnTo>
                  <a:pt x="5342379" y="0"/>
                </a:lnTo>
                <a:lnTo>
                  <a:pt x="5342379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!!uivhreiubvFreeform 8">
            <a:extLst>
              <a:ext uri="{FF2B5EF4-FFF2-40B4-BE49-F238E27FC236}">
                <a16:creationId xmlns:a16="http://schemas.microsoft.com/office/drawing/2014/main" id="{7E141FFC-B545-C7AE-7E56-5B1E4F6E1B45}"/>
              </a:ext>
            </a:extLst>
          </p:cNvPr>
          <p:cNvSpPr/>
          <p:nvPr/>
        </p:nvSpPr>
        <p:spPr>
          <a:xfrm>
            <a:off x="-1663325" y="11341624"/>
            <a:ext cx="16140113" cy="8101014"/>
          </a:xfrm>
          <a:custGeom>
            <a:avLst/>
            <a:gdLst>
              <a:gd name="csX0" fmla="*/ 11339513 w 16140113"/>
              <a:gd name="csY0" fmla="*/ 0 h 8101014"/>
              <a:gd name="csX1" fmla="*/ 16140113 w 16140113"/>
              <a:gd name="csY1" fmla="*/ 4050507 h 8101014"/>
              <a:gd name="csX2" fmla="*/ 11339513 w 16140113"/>
              <a:gd name="csY2" fmla="*/ 8101014 h 8101014"/>
              <a:gd name="csX3" fmla="*/ 7635137 w 16140113"/>
              <a:gd name="csY3" fmla="*/ 6627005 h 8101014"/>
              <a:gd name="csX4" fmla="*/ 7460850 w 16140113"/>
              <a:gd name="csY4" fmla="*/ 6430351 h 8101014"/>
              <a:gd name="csX5" fmla="*/ 7088851 w 16140113"/>
              <a:gd name="csY5" fmla="*/ 6591776 h 8101014"/>
              <a:gd name="csX6" fmla="*/ 4800600 w 16140113"/>
              <a:gd name="csY6" fmla="*/ 7005638 h 8101014"/>
              <a:gd name="csX7" fmla="*/ 0 w 16140113"/>
              <a:gd name="csY7" fmla="*/ 3576638 h 8101014"/>
              <a:gd name="csX8" fmla="*/ 4800600 w 16140113"/>
              <a:gd name="csY8" fmla="*/ 147638 h 8101014"/>
              <a:gd name="csX9" fmla="*/ 7854228 w 16140113"/>
              <a:gd name="csY9" fmla="*/ 930655 h 8101014"/>
              <a:gd name="csX10" fmla="*/ 8083954 w 16140113"/>
              <a:gd name="csY10" fmla="*/ 1079791 h 8101014"/>
              <a:gd name="csX11" fmla="*/ 8285886 w 16140113"/>
              <a:gd name="csY11" fmla="*/ 924939 h 8101014"/>
              <a:gd name="csX12" fmla="*/ 11339513 w 16140113"/>
              <a:gd name="csY12" fmla="*/ 0 h 8101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0113" h="8101014">
                <a:moveTo>
                  <a:pt x="11339513" y="0"/>
                </a:moveTo>
                <a:cubicBezTo>
                  <a:pt x="13990811" y="0"/>
                  <a:pt x="16140113" y="1813474"/>
                  <a:pt x="16140113" y="4050507"/>
                </a:cubicBezTo>
                <a:cubicBezTo>
                  <a:pt x="16140113" y="6287540"/>
                  <a:pt x="13990811" y="8101014"/>
                  <a:pt x="11339513" y="8101014"/>
                </a:cubicBezTo>
                <a:cubicBezTo>
                  <a:pt x="9848158" y="8101014"/>
                  <a:pt x="8515638" y="7527219"/>
                  <a:pt x="7635137" y="6627005"/>
                </a:cubicBezTo>
                <a:lnTo>
                  <a:pt x="7460850" y="6430351"/>
                </a:lnTo>
                <a:lnTo>
                  <a:pt x="7088851" y="6591776"/>
                </a:lnTo>
                <a:cubicBezTo>
                  <a:pt x="6408638" y="6855715"/>
                  <a:pt x="5629131" y="7005638"/>
                  <a:pt x="4800600" y="7005638"/>
                </a:cubicBezTo>
                <a:cubicBezTo>
                  <a:pt x="2149302" y="7005638"/>
                  <a:pt x="0" y="5470422"/>
                  <a:pt x="0" y="3576638"/>
                </a:cubicBezTo>
                <a:cubicBezTo>
                  <a:pt x="0" y="1682854"/>
                  <a:pt x="2149302" y="147638"/>
                  <a:pt x="4800600" y="147638"/>
                </a:cubicBezTo>
                <a:cubicBezTo>
                  <a:pt x="5960543" y="147638"/>
                  <a:pt x="7024401" y="441488"/>
                  <a:pt x="7854228" y="930655"/>
                </a:cubicBezTo>
                <a:lnTo>
                  <a:pt x="8083954" y="1079791"/>
                </a:lnTo>
                <a:lnTo>
                  <a:pt x="8285886" y="924939"/>
                </a:lnTo>
                <a:cubicBezTo>
                  <a:pt x="9115713" y="347111"/>
                  <a:pt x="10179570" y="0"/>
                  <a:pt x="11339513" y="0"/>
                </a:cubicBezTo>
                <a:close/>
              </a:path>
            </a:pathLst>
          </a:custGeom>
          <a:solidFill>
            <a:srgbClr val="D6EAB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47" name="!!gyuvufdyvuPicture 46">
            <a:extLst>
              <a:ext uri="{FF2B5EF4-FFF2-40B4-BE49-F238E27FC236}">
                <a16:creationId xmlns:a16="http://schemas.microsoft.com/office/drawing/2014/main" id="{7953F7A9-6887-B224-BF61-D6111BB1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87" y="7916620"/>
            <a:ext cx="11135716" cy="4765608"/>
          </a:xfrm>
          <a:prstGeom prst="rect">
            <a:avLst/>
          </a:prstGeom>
        </p:spPr>
      </p:pic>
      <p:sp>
        <p:nvSpPr>
          <p:cNvPr id="51" name="!!vjkmfkbFreeform 5">
            <a:extLst>
              <a:ext uri="{FF2B5EF4-FFF2-40B4-BE49-F238E27FC236}">
                <a16:creationId xmlns:a16="http://schemas.microsoft.com/office/drawing/2014/main" id="{2EA039CF-5294-2E83-1080-ECB6D06333D3}"/>
              </a:ext>
            </a:extLst>
          </p:cNvPr>
          <p:cNvSpPr/>
          <p:nvPr/>
        </p:nvSpPr>
        <p:spPr>
          <a:xfrm>
            <a:off x="-5305069" y="12188939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2" name="!!cvervfeFreeform 5">
            <a:extLst>
              <a:ext uri="{FF2B5EF4-FFF2-40B4-BE49-F238E27FC236}">
                <a16:creationId xmlns:a16="http://schemas.microsoft.com/office/drawing/2014/main" id="{A2A3E3C7-FD12-2ADE-2B33-B47832A0CAFC}"/>
              </a:ext>
            </a:extLst>
          </p:cNvPr>
          <p:cNvSpPr/>
          <p:nvPr/>
        </p:nvSpPr>
        <p:spPr>
          <a:xfrm>
            <a:off x="8285020" y="13541885"/>
            <a:ext cx="9561443" cy="6440114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288EE588-0B53-A064-84BB-09D67FC7C004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5C9117FA-611C-6E48-AEEE-5FB1ED74B3B4}"/>
              </a:ext>
            </a:extLst>
          </p:cNvPr>
          <p:cNvSpPr/>
          <p:nvPr/>
        </p:nvSpPr>
        <p:spPr>
          <a:xfrm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4F4C14B7-12AE-8F9E-92F2-A9FFBACFDB44}"/>
              </a:ext>
            </a:extLst>
          </p:cNvPr>
          <p:cNvSpPr/>
          <p:nvPr/>
        </p:nvSpPr>
        <p:spPr>
          <a:xfrm>
            <a:off x="-951368" y="-534721"/>
            <a:ext cx="3827631" cy="2168164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727836B4-53BC-8235-DB8C-B674F5B9E038}"/>
              </a:ext>
            </a:extLst>
          </p:cNvPr>
          <p:cNvSpPr/>
          <p:nvPr/>
        </p:nvSpPr>
        <p:spPr>
          <a:xfrm>
            <a:off x="-522592" y="4991100"/>
            <a:ext cx="7170058" cy="2628420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1EBA9F98-DA3D-6C23-2F5E-AA89293A4604}"/>
              </a:ext>
            </a:extLst>
          </p:cNvPr>
          <p:cNvSpPr/>
          <p:nvPr/>
        </p:nvSpPr>
        <p:spPr>
          <a:xfrm>
            <a:off x="7544213" y="803041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CA0D8033-A771-AD0C-CDDD-517AEFE85A3E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8" name="!!TextBox 3">
            <a:extLst>
              <a:ext uri="{FF2B5EF4-FFF2-40B4-BE49-F238E27FC236}">
                <a16:creationId xmlns:a16="http://schemas.microsoft.com/office/drawing/2014/main" id="{7A5361C2-5A87-8DB3-803C-1919C7FC1A9C}"/>
              </a:ext>
            </a:extLst>
          </p:cNvPr>
          <p:cNvSpPr txBox="1"/>
          <p:nvPr/>
        </p:nvSpPr>
        <p:spPr>
          <a:xfrm>
            <a:off x="3151027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10" name="!!TextBox 5">
            <a:extLst>
              <a:ext uri="{FF2B5EF4-FFF2-40B4-BE49-F238E27FC236}">
                <a16:creationId xmlns:a16="http://schemas.microsoft.com/office/drawing/2014/main" id="{68924FAF-E5FF-68B6-0588-04C2CF7E1AF4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11" name="!!TextBox 6">
            <a:extLst>
              <a:ext uri="{FF2B5EF4-FFF2-40B4-BE49-F238E27FC236}">
                <a16:creationId xmlns:a16="http://schemas.microsoft.com/office/drawing/2014/main" id="{58106D35-F1FC-DD38-C006-D873710530E5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12" name="!!TextBox 7">
            <a:extLst>
              <a:ext uri="{FF2B5EF4-FFF2-40B4-BE49-F238E27FC236}">
                <a16:creationId xmlns:a16="http://schemas.microsoft.com/office/drawing/2014/main" id="{9AA04736-64EC-565C-1C15-8D51CC9945B1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pic>
        <p:nvPicPr>
          <p:cNvPr id="13" name="!!Picture 23">
            <a:extLst>
              <a:ext uri="{FF2B5EF4-FFF2-40B4-BE49-F238E27FC236}">
                <a16:creationId xmlns:a16="http://schemas.microsoft.com/office/drawing/2014/main" id="{A22FD7B4-5BF1-F566-2B1B-D6E4C522A8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21" t="10424" r="8183" b="8537"/>
          <a:stretch>
            <a:fillRect/>
          </a:stretch>
        </p:blipFill>
        <p:spPr>
          <a:xfrm>
            <a:off x="994501" y="929940"/>
            <a:ext cx="1414949" cy="1407005"/>
          </a:xfrm>
          <a:prstGeom prst="rect">
            <a:avLst/>
          </a:prstGeom>
        </p:spPr>
      </p:pic>
      <p:pic>
        <p:nvPicPr>
          <p:cNvPr id="14" name="!!Picture 25">
            <a:extLst>
              <a:ext uri="{FF2B5EF4-FFF2-40B4-BE49-F238E27FC236}">
                <a16:creationId xmlns:a16="http://schemas.microsoft.com/office/drawing/2014/main" id="{ACE7B9EE-C635-BA2F-76C1-3AEB3CA83F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24" name="!!Picture 30">
            <a:extLst>
              <a:ext uri="{FF2B5EF4-FFF2-40B4-BE49-F238E27FC236}">
                <a16:creationId xmlns:a16="http://schemas.microsoft.com/office/drawing/2014/main" id="{2683A986-DCE3-7760-B658-047E40D96E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25" name="!!Picture 32">
            <a:extLst>
              <a:ext uri="{FF2B5EF4-FFF2-40B4-BE49-F238E27FC236}">
                <a16:creationId xmlns:a16="http://schemas.microsoft.com/office/drawing/2014/main" id="{5F8555C2-3351-BEC2-82EF-CF98683496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2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DCB36-E81B-5152-A747-6FFAD65D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!!Rectangle 1">
            <a:extLst>
              <a:ext uri="{FF2B5EF4-FFF2-40B4-BE49-F238E27FC236}">
                <a16:creationId xmlns:a16="http://schemas.microsoft.com/office/drawing/2014/main" id="{93D36658-8595-DDE7-820C-C05603B2333D}"/>
              </a:ext>
            </a:extLst>
          </p:cNvPr>
          <p:cNvSpPr/>
          <p:nvPr/>
        </p:nvSpPr>
        <p:spPr>
          <a:xfrm>
            <a:off x="-3771096" y="1341389"/>
            <a:ext cx="5526127" cy="1007955"/>
          </a:xfrm>
          <a:prstGeom prst="rect">
            <a:avLst/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TextBox 5cdscsdc">
            <a:extLst>
              <a:ext uri="{FF2B5EF4-FFF2-40B4-BE49-F238E27FC236}">
                <a16:creationId xmlns:a16="http://schemas.microsoft.com/office/drawing/2014/main" id="{73860DBD-3CEA-676F-A946-762F90849846}"/>
              </a:ext>
            </a:extLst>
          </p:cNvPr>
          <p:cNvSpPr txBox="1"/>
          <p:nvPr/>
        </p:nvSpPr>
        <p:spPr>
          <a:xfrm>
            <a:off x="-2150642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latin typeface="SVN-Good Dog"/>
              </a:rPr>
              <a:t>Cảm xúc &amp; Nhân viên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00F3B891-C730-BBB8-E834-5E6D3C90398B}"/>
              </a:ext>
            </a:extLst>
          </p:cNvPr>
          <p:cNvSpPr txBox="1"/>
          <p:nvPr/>
        </p:nvSpPr>
        <p:spPr>
          <a:xfrm>
            <a:off x="3151027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CB0ED7FB-AB27-BAD3-1D3F-E9928E7398AB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F80C2950-FF38-0E7A-570B-6EA854FB03DA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6C44E92F-B291-1804-7924-018DC4C21E03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B98BDB41-A2F8-A564-203A-6C6DE95D1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E2EF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8A55AEC-4018-B581-EC5D-ECB7363F6623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8DDE8BA3-FAFF-47D3-4813-9F9A0E9C3969}"/>
              </a:ext>
            </a:extLst>
          </p:cNvPr>
          <p:cNvSpPr/>
          <p:nvPr/>
        </p:nvSpPr>
        <p:spPr>
          <a:xfrm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C2BCAD9A-CFF6-8EA8-54EF-280A32F9240C}"/>
              </a:ext>
            </a:extLst>
          </p:cNvPr>
          <p:cNvSpPr/>
          <p:nvPr/>
        </p:nvSpPr>
        <p:spPr>
          <a:xfrm>
            <a:off x="-951368" y="-534721"/>
            <a:ext cx="3827631" cy="2168164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34C1A919-E246-D36C-C968-D8123201463B}"/>
              </a:ext>
            </a:extLst>
          </p:cNvPr>
          <p:cNvSpPr/>
          <p:nvPr/>
        </p:nvSpPr>
        <p:spPr>
          <a:xfrm>
            <a:off x="-522592" y="4991100"/>
            <a:ext cx="7170058" cy="2628420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194C35F2-A4DA-0D3E-B74D-7C4770ED1869}"/>
              </a:ext>
            </a:extLst>
          </p:cNvPr>
          <p:cNvSpPr/>
          <p:nvPr/>
        </p:nvSpPr>
        <p:spPr>
          <a:xfrm>
            <a:off x="7544213" y="803041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5AA9E516-D773-4461-7871-7B2E16BB3789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64372BDD-75E4-99ED-0736-4EEB3E1B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994501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474D8CB0-6C90-B31B-FB76-E52B6E17CC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8F20F023-CB08-DB3D-9AB7-BF59E337E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335B5B55-AB6F-503D-F4DE-6276A5C82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42" name="!!Picture 9">
            <a:extLst>
              <a:ext uri="{FF2B5EF4-FFF2-40B4-BE49-F238E27FC236}">
                <a16:creationId xmlns:a16="http://schemas.microsoft.com/office/drawing/2014/main" id="{939347C9-C1A7-4DD7-27E1-E693AD112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70363">
            <a:off x="8138766" y="-5467397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2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C14A0-68F3-8028-4FF8-F11475B2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ngle 1 sdfv">
            <a:extLst>
              <a:ext uri="{FF2B5EF4-FFF2-40B4-BE49-F238E27FC236}">
                <a16:creationId xmlns:a16="http://schemas.microsoft.com/office/drawing/2014/main" id="{1A11576B-CBD3-D7F3-A950-9E507746EBAE}"/>
              </a:ext>
            </a:extLst>
          </p:cNvPr>
          <p:cNvSpPr/>
          <p:nvPr/>
        </p:nvSpPr>
        <p:spPr>
          <a:xfrm>
            <a:off x="-3863106" y="2380202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TextBox 5cdscsdc dc sdc">
            <a:extLst>
              <a:ext uri="{FF2B5EF4-FFF2-40B4-BE49-F238E27FC236}">
                <a16:creationId xmlns:a16="http://schemas.microsoft.com/office/drawing/2014/main" id="{9F89F4F7-2A0C-4152-2A23-73F01C2A0AF9}"/>
              </a:ext>
            </a:extLst>
          </p:cNvPr>
          <p:cNvSpPr txBox="1"/>
          <p:nvPr/>
        </p:nvSpPr>
        <p:spPr>
          <a:xfrm>
            <a:off x="-2475803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latin typeface="SVN-Good Dog"/>
              </a:rPr>
              <a:t>Giao tiếp 3V &amp; 7C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3B0838CD-4D81-ED84-F787-A382E384B400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656FE750-8969-F168-2239-3BDD0D7E85D2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latin typeface="SVN-Good Dog"/>
              </a:rPr>
              <a:t>Cảm xúc &amp; Nhân viên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8816D482-6165-F650-4A09-941E2F1F38B2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96CB69BC-33E5-DF44-E55D-08556A33C28E}"/>
              </a:ext>
            </a:extLst>
          </p:cNvPr>
          <p:cNvSpPr txBox="1"/>
          <p:nvPr/>
        </p:nvSpPr>
        <p:spPr>
          <a:xfrm>
            <a:off x="2905049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696670CD-341B-0A5B-FF75-72A0505F5EF2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0AF848FD-4931-D1DC-E394-3A8B850A970D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92B1BBE9-15F4-D0EE-5FD1-8E144CBF7B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FFEF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3CE9581A-92C3-E31F-76F9-EB490AE332B7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5A40858B-F6DF-CD9F-F637-EB530CB736EF}"/>
              </a:ext>
            </a:extLst>
          </p:cNvPr>
          <p:cNvSpPr/>
          <p:nvPr/>
        </p:nvSpPr>
        <p:spPr>
          <a:xfrm rot="8920459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rgbClr val="FEA9B6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99B74CA5-E1A1-2681-8D01-915FE82BCC8A}"/>
              </a:ext>
            </a:extLst>
          </p:cNvPr>
          <p:cNvSpPr/>
          <p:nvPr/>
        </p:nvSpPr>
        <p:spPr>
          <a:xfrm>
            <a:off x="-951368" y="-1609923"/>
            <a:ext cx="5725770" cy="3243366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1189F808-2385-E87C-8BDA-EC21C35FE8F5}"/>
              </a:ext>
            </a:extLst>
          </p:cNvPr>
          <p:cNvSpPr/>
          <p:nvPr/>
        </p:nvSpPr>
        <p:spPr>
          <a:xfrm>
            <a:off x="-522593" y="4705689"/>
            <a:ext cx="7948629" cy="2913831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Freeform 6">
            <a:extLst>
              <a:ext uri="{FF2B5EF4-FFF2-40B4-BE49-F238E27FC236}">
                <a16:creationId xmlns:a16="http://schemas.microsoft.com/office/drawing/2014/main" id="{B217039B-F75C-A2AF-E4A1-16E999B2577D}"/>
              </a:ext>
            </a:extLst>
          </p:cNvPr>
          <p:cNvSpPr/>
          <p:nvPr/>
        </p:nvSpPr>
        <p:spPr>
          <a:xfrm>
            <a:off x="9817524" y="6540837"/>
            <a:ext cx="5206338" cy="5206338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DD589E95-1557-778C-52D0-5549EA83D5B5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9CCC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50CE46E5-E386-C612-4D04-3E2FFE34D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6BE7081D-9512-018F-C39C-EC5D191CC4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03" t="4819" r="6041" b="20249"/>
          <a:stretch>
            <a:fillRect/>
          </a:stretch>
        </p:blipFill>
        <p:spPr>
          <a:xfrm>
            <a:off x="1082400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4462DF96-A868-1A63-64A4-CE18D7845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BFCBD084-B0BA-04CE-8838-38567599F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10" name="!!Picture 9">
            <a:extLst>
              <a:ext uri="{FF2B5EF4-FFF2-40B4-BE49-F238E27FC236}">
                <a16:creationId xmlns:a16="http://schemas.microsoft.com/office/drawing/2014/main" id="{6C2B4296-2C11-E45E-4322-64FCA67CB7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169509">
            <a:off x="5284887" y="1839109"/>
            <a:ext cx="7772400" cy="2590800"/>
          </a:xfrm>
          <a:prstGeom prst="rect">
            <a:avLst/>
          </a:prstGeom>
        </p:spPr>
      </p:pic>
      <p:pic>
        <p:nvPicPr>
          <p:cNvPr id="13" name="!!Picture 12">
            <a:extLst>
              <a:ext uri="{FF2B5EF4-FFF2-40B4-BE49-F238E27FC236}">
                <a16:creationId xmlns:a16="http://schemas.microsoft.com/office/drawing/2014/main" id="{8B7F3C5B-A3ED-0C10-AF3F-80740973E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1715" y="-4979020"/>
            <a:ext cx="6697956" cy="55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2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60CC2-E6B0-B5BD-BEE1-67D4D939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Rectc sd dsfv1 sdfv">
            <a:extLst>
              <a:ext uri="{FF2B5EF4-FFF2-40B4-BE49-F238E27FC236}">
                <a16:creationId xmlns:a16="http://schemas.microsoft.com/office/drawing/2014/main" id="{9630BFC7-9733-69A2-F200-B5EE8A7D9709}"/>
              </a:ext>
            </a:extLst>
          </p:cNvPr>
          <p:cNvSpPr/>
          <p:nvPr/>
        </p:nvSpPr>
        <p:spPr>
          <a:xfrm>
            <a:off x="-3714432" y="3419076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TextBo sd sd x 5cdscsdc dc sdc">
            <a:extLst>
              <a:ext uri="{FF2B5EF4-FFF2-40B4-BE49-F238E27FC236}">
                <a16:creationId xmlns:a16="http://schemas.microsoft.com/office/drawing/2014/main" id="{33BD94F5-7202-7BB2-BB4F-9E6339C1085B}"/>
              </a:ext>
            </a:extLst>
          </p:cNvPr>
          <p:cNvSpPr txBox="1"/>
          <p:nvPr/>
        </p:nvSpPr>
        <p:spPr>
          <a:xfrm>
            <a:off x="-2327129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L.A.C.E &amp; Sandwich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5B4A7C8B-037B-7C0B-5DF2-1DC45172076A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6979F323-8524-2B2C-D0DB-442EE7D83B15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latin typeface="SVN-Good Dog"/>
              </a:rPr>
              <a:t>Giao tiếp 3V &amp; 7C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CE5D4660-DB7E-9C43-F015-44B820472F0B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9CCC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8610BA6B-067D-3313-D8E8-BD497ABBA7B2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latin typeface="SVN-Good Dog"/>
              </a:rPr>
              <a:t>Cảm xúc &amp; Nhân viên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9B6A1F2A-8A36-A972-CE3F-34B4D1EEDBAC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35BA2059-6654-6A29-4D3D-276876FD006F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EA85882A-0711-8CBF-A992-1B3E8B0F8164}"/>
              </a:ext>
            </a:extLst>
          </p:cNvPr>
          <p:cNvSpPr txBox="1"/>
          <p:nvPr/>
        </p:nvSpPr>
        <p:spPr>
          <a:xfrm>
            <a:off x="2905049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9E854E8B-5523-0A6F-0406-D9196AECE87D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23F6BAAA-311F-90B2-24D6-4C96B87474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A551D09-2BD8-BD4A-7BAC-2495CA385453}"/>
              </a:ext>
            </a:extLst>
          </p:cNvPr>
          <p:cNvSpPr/>
          <p:nvPr/>
        </p:nvSpPr>
        <p:spPr>
          <a:xfrm>
            <a:off x="7093551" y="-558945"/>
            <a:ext cx="7930311" cy="7930311"/>
          </a:xfrm>
          <a:prstGeom prst="ellipse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01588E8-85BD-C636-46EA-33408326364F}"/>
              </a:ext>
            </a:extLst>
          </p:cNvPr>
          <p:cNvSpPr/>
          <p:nvPr/>
        </p:nvSpPr>
        <p:spPr>
          <a:xfrm rot="19254620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B0A8A803-6F62-ACB5-4959-316434EF8107}"/>
              </a:ext>
            </a:extLst>
          </p:cNvPr>
          <p:cNvSpPr/>
          <p:nvPr/>
        </p:nvSpPr>
        <p:spPr>
          <a:xfrm>
            <a:off x="-951368" y="-1039147"/>
            <a:ext cx="4718134" cy="26725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0708CFAC-5D15-D688-E066-E9D898106A6D}"/>
              </a:ext>
            </a:extLst>
          </p:cNvPr>
          <p:cNvSpPr/>
          <p:nvPr/>
        </p:nvSpPr>
        <p:spPr>
          <a:xfrm>
            <a:off x="-522592" y="5495724"/>
            <a:ext cx="5793494" cy="2123795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940FBE96-2094-F52B-9A01-1C024BBDF494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A23903A9-F02D-9120-6EDB-A4A5BF8D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0723840F-D774-0C15-02E2-F785257E5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96DD76E6-8F61-DF57-6AE6-238808D84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436BD4EC-1896-3F18-FFDC-B21829E8E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09" y="2842322"/>
            <a:ext cx="1591656" cy="1591656"/>
          </a:xfrm>
          <a:prstGeom prst="rect">
            <a:avLst/>
          </a:prstGeom>
        </p:spPr>
      </p:pic>
      <p:pic>
        <p:nvPicPr>
          <p:cNvPr id="10" name="!!Picture 9">
            <a:extLst>
              <a:ext uri="{FF2B5EF4-FFF2-40B4-BE49-F238E27FC236}">
                <a16:creationId xmlns:a16="http://schemas.microsoft.com/office/drawing/2014/main" id="{410E2F4F-8E7B-6B0F-2BC3-11ECE30D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264123">
            <a:off x="7451501" y="8113844"/>
            <a:ext cx="7772400" cy="2590800"/>
          </a:xfrm>
          <a:prstGeom prst="rect">
            <a:avLst/>
          </a:prstGeom>
        </p:spPr>
      </p:pic>
      <p:pic>
        <p:nvPicPr>
          <p:cNvPr id="13" name="!!Picture 12">
            <a:extLst>
              <a:ext uri="{FF2B5EF4-FFF2-40B4-BE49-F238E27FC236}">
                <a16:creationId xmlns:a16="http://schemas.microsoft.com/office/drawing/2014/main" id="{CFEC7FF2-B349-E5EC-1554-363C596D93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826" y="1256960"/>
            <a:ext cx="6697956" cy="5541037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7E8F2FAF-CE54-0DE0-2A11-79A648B0EA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9801873" y="-5210141"/>
            <a:ext cx="5036013" cy="521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9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ACB8B-F99D-33BE-2C4E-2DC67D4F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Rectccscdc sd dsfv1 sdfv">
            <a:extLst>
              <a:ext uri="{FF2B5EF4-FFF2-40B4-BE49-F238E27FC236}">
                <a16:creationId xmlns:a16="http://schemas.microsoft.com/office/drawing/2014/main" id="{1C39ED1A-D636-CC18-F61E-0E51A111F4A1}"/>
              </a:ext>
            </a:extLst>
          </p:cNvPr>
          <p:cNvSpPr/>
          <p:nvPr/>
        </p:nvSpPr>
        <p:spPr>
          <a:xfrm>
            <a:off x="-3476613" y="4573874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TextBo sácdc sd sd x 5cdscsdc dc sdc">
            <a:extLst>
              <a:ext uri="{FF2B5EF4-FFF2-40B4-BE49-F238E27FC236}">
                <a16:creationId xmlns:a16="http://schemas.microsoft.com/office/drawing/2014/main" id="{3D675BD3-E648-94C6-62BB-20B71175564A}"/>
              </a:ext>
            </a:extLst>
          </p:cNvPr>
          <p:cNvSpPr txBox="1"/>
          <p:nvPr/>
        </p:nvSpPr>
        <p:spPr>
          <a:xfrm>
            <a:off x="-2089310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Khai vấn Coaching</a:t>
            </a:r>
          </a:p>
        </p:txBody>
      </p:sp>
      <p:sp>
        <p:nvSpPr>
          <p:cNvPr id="13" name="!!Rectc sd dsfv1 sdfv">
            <a:extLst>
              <a:ext uri="{FF2B5EF4-FFF2-40B4-BE49-F238E27FC236}">
                <a16:creationId xmlns:a16="http://schemas.microsoft.com/office/drawing/2014/main" id="{2308B0C8-43B8-83C5-9C9E-0DE433ED6B88}"/>
              </a:ext>
            </a:extLst>
          </p:cNvPr>
          <p:cNvSpPr/>
          <p:nvPr/>
        </p:nvSpPr>
        <p:spPr>
          <a:xfrm>
            <a:off x="876201" y="3419076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TextBo sd sd x 5cdscsdc dc sdc">
            <a:extLst>
              <a:ext uri="{FF2B5EF4-FFF2-40B4-BE49-F238E27FC236}">
                <a16:creationId xmlns:a16="http://schemas.microsoft.com/office/drawing/2014/main" id="{222627E0-9DBB-56D0-7221-32BAB6B4F1EC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L.A.C.E &amp; Sandwich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DAD2BB98-0570-3F5C-454E-171D27DF6096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93B79EC0-E990-AAAE-C6C3-6EC12DD68B83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Giao tiếp 3V &amp; 7C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91CE4747-D5EC-3639-E46D-32678802E0B5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D6EA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3B477591-3349-FFF2-47BC-F7A3895D28ED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Cảm xúc &amp; Nhân viên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B759F496-8BEB-17ED-7685-BABB1E158B60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19418446-6EAA-D158-5DC2-AAA13817980E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55533FC7-63E8-B3BF-8FA3-F3485B8DACE8}"/>
              </a:ext>
            </a:extLst>
          </p:cNvPr>
          <p:cNvSpPr txBox="1"/>
          <p:nvPr/>
        </p:nvSpPr>
        <p:spPr>
          <a:xfrm>
            <a:off x="6186485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B3DF4909-D5BA-D573-03D8-FCBE416E1172}"/>
              </a:ext>
            </a:extLst>
          </p:cNvPr>
          <p:cNvSpPr txBox="1"/>
          <p:nvPr/>
        </p:nvSpPr>
        <p:spPr>
          <a:xfrm>
            <a:off x="2905049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AF8689E3-AF05-EF62-BEB6-AE2042A26D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03E555DD-C72C-9CB6-3A88-FEBD3AADAAA5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2273021-C6B5-92C1-D284-E4381EF39894}"/>
              </a:ext>
            </a:extLst>
          </p:cNvPr>
          <p:cNvSpPr/>
          <p:nvPr/>
        </p:nvSpPr>
        <p:spPr>
          <a:xfrm rot="3740679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rgbClr val="404049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586ADA44-EC8C-9287-10FD-BE95035D23CA}"/>
              </a:ext>
            </a:extLst>
          </p:cNvPr>
          <p:cNvSpPr/>
          <p:nvPr/>
        </p:nvSpPr>
        <p:spPr>
          <a:xfrm>
            <a:off x="-951368" y="-665191"/>
            <a:ext cx="3214872" cy="1821066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5CE0051A-F3FF-5878-13CB-9FDA07B59AB7}"/>
              </a:ext>
            </a:extLst>
          </p:cNvPr>
          <p:cNvSpPr/>
          <p:nvPr/>
        </p:nvSpPr>
        <p:spPr>
          <a:xfrm>
            <a:off x="-490885" y="6166885"/>
            <a:ext cx="3427641" cy="125651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4602D324-C5DC-BBBA-22EB-CB69A76C0AB6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FEFC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solidFill>
                  <a:srgbClr val="404049"/>
                </a:solidFill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4F132167-5E6A-76FB-7939-D14C6565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37DF9892-7656-F91D-E86A-F37EE1DE73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0A7DE1B7-95F3-03C0-4372-D8FC1AEA7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67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39DAADA9-101A-9E3A-BB6F-603EFFBC0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pic>
        <p:nvPicPr>
          <p:cNvPr id="12" name="!!Picture 12">
            <a:extLst>
              <a:ext uri="{FF2B5EF4-FFF2-40B4-BE49-F238E27FC236}">
                <a16:creationId xmlns:a16="http://schemas.microsoft.com/office/drawing/2014/main" id="{65C8791C-72E9-E109-C5B7-46C940FBE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217" y="7159547"/>
            <a:ext cx="6697956" cy="5541037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1B1E807F-6A52-5500-EC0C-85F0D968E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09136" y="320096"/>
            <a:ext cx="5036013" cy="5210141"/>
          </a:xfrm>
          <a:prstGeom prst="rect">
            <a:avLst/>
          </a:prstGeom>
        </p:spPr>
      </p:pic>
      <p:sp>
        <p:nvSpPr>
          <p:cNvPr id="21" name="!!cưcvfvFreeform 7">
            <a:extLst>
              <a:ext uri="{FF2B5EF4-FFF2-40B4-BE49-F238E27FC236}">
                <a16:creationId xmlns:a16="http://schemas.microsoft.com/office/drawing/2014/main" id="{4FF5AC56-DB96-8A38-5E0A-F9C9FB05B50F}"/>
              </a:ext>
            </a:extLst>
          </p:cNvPr>
          <p:cNvSpPr/>
          <p:nvPr/>
        </p:nvSpPr>
        <p:spPr>
          <a:xfrm>
            <a:off x="10063236" y="-3773192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0502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1EB58-C44B-8DEB-F6A9-637150456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ccscdc sd dsfv1 sdfv">
            <a:extLst>
              <a:ext uri="{FF2B5EF4-FFF2-40B4-BE49-F238E27FC236}">
                <a16:creationId xmlns:a16="http://schemas.microsoft.com/office/drawing/2014/main" id="{E4B56F97-29D1-D3BF-1030-4B3F866565C8}"/>
              </a:ext>
            </a:extLst>
          </p:cNvPr>
          <p:cNvSpPr/>
          <p:nvPr/>
        </p:nvSpPr>
        <p:spPr>
          <a:xfrm>
            <a:off x="876201" y="4573874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TextBo sácdc sd sd x 5cdscsdc dc sdc">
            <a:extLst>
              <a:ext uri="{FF2B5EF4-FFF2-40B4-BE49-F238E27FC236}">
                <a16:creationId xmlns:a16="http://schemas.microsoft.com/office/drawing/2014/main" id="{857A67FD-50DF-59CC-049C-600944A4B9DB}"/>
              </a:ext>
            </a:extLst>
          </p:cNvPr>
          <p:cNvSpPr txBox="1"/>
          <p:nvPr/>
        </p:nvSpPr>
        <p:spPr>
          <a:xfrm>
            <a:off x="2263504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Khai vấn Coaching</a:t>
            </a:r>
          </a:p>
        </p:txBody>
      </p:sp>
      <p:sp>
        <p:nvSpPr>
          <p:cNvPr id="13" name="!!Rectc sd dsfv1 sdfv">
            <a:extLst>
              <a:ext uri="{FF2B5EF4-FFF2-40B4-BE49-F238E27FC236}">
                <a16:creationId xmlns:a16="http://schemas.microsoft.com/office/drawing/2014/main" id="{5A1D6158-3C8C-FA3C-6F55-E8D2546B1273}"/>
              </a:ext>
            </a:extLst>
          </p:cNvPr>
          <p:cNvSpPr/>
          <p:nvPr/>
        </p:nvSpPr>
        <p:spPr>
          <a:xfrm>
            <a:off x="876201" y="3419076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TextBo sd sd x 5cdscsdc dc sdc">
            <a:extLst>
              <a:ext uri="{FF2B5EF4-FFF2-40B4-BE49-F238E27FC236}">
                <a16:creationId xmlns:a16="http://schemas.microsoft.com/office/drawing/2014/main" id="{660DA0DA-E47A-8A75-A580-C34C8F2CA862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L.A.C.E &amp; Sandwich</a:t>
            </a:r>
          </a:p>
        </p:txBody>
      </p:sp>
      <p:sp>
        <p:nvSpPr>
          <p:cNvPr id="9" name="!!Rectangle 1 sdfv">
            <a:extLst>
              <a:ext uri="{FF2B5EF4-FFF2-40B4-BE49-F238E27FC236}">
                <a16:creationId xmlns:a16="http://schemas.microsoft.com/office/drawing/2014/main" id="{00C1BB68-8754-21AF-A6CB-4A2FD23326C4}"/>
              </a:ext>
            </a:extLst>
          </p:cNvPr>
          <p:cNvSpPr/>
          <p:nvPr/>
        </p:nvSpPr>
        <p:spPr>
          <a:xfrm>
            <a:off x="876201" y="2380202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!!TextBox 5cdscsdc dc sdc">
            <a:extLst>
              <a:ext uri="{FF2B5EF4-FFF2-40B4-BE49-F238E27FC236}">
                <a16:creationId xmlns:a16="http://schemas.microsoft.com/office/drawing/2014/main" id="{A7E1E8E3-331A-54F5-D049-EBB2F67A07C8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Giao tiếp 3V &amp; 7C</a:t>
            </a:r>
          </a:p>
        </p:txBody>
      </p:sp>
      <p:sp>
        <p:nvSpPr>
          <p:cNvPr id="2" name="!!Rectangle 1">
            <a:extLst>
              <a:ext uri="{FF2B5EF4-FFF2-40B4-BE49-F238E27FC236}">
                <a16:creationId xmlns:a16="http://schemas.microsoft.com/office/drawing/2014/main" id="{3DCA4467-0707-17AF-8B12-0824FD1624BC}"/>
              </a:ext>
            </a:extLst>
          </p:cNvPr>
          <p:cNvSpPr/>
          <p:nvPr/>
        </p:nvSpPr>
        <p:spPr>
          <a:xfrm>
            <a:off x="820015" y="1341389"/>
            <a:ext cx="5526127" cy="1007955"/>
          </a:xfrm>
          <a:prstGeom prst="rect">
            <a:avLst/>
          </a:pr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TextBox 5cdscsdc">
            <a:extLst>
              <a:ext uri="{FF2B5EF4-FFF2-40B4-BE49-F238E27FC236}">
                <a16:creationId xmlns:a16="http://schemas.microsoft.com/office/drawing/2014/main" id="{1038EA42-8928-2AB8-7118-7637AFE2A0B7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Cảm xúc &amp; Nhân viên</a:t>
            </a:r>
          </a:p>
        </p:txBody>
      </p:sp>
      <p:sp>
        <p:nvSpPr>
          <p:cNvPr id="4" name="!!TextBox 3">
            <a:extLst>
              <a:ext uri="{FF2B5EF4-FFF2-40B4-BE49-F238E27FC236}">
                <a16:creationId xmlns:a16="http://schemas.microsoft.com/office/drawing/2014/main" id="{5BA310D6-4E2A-CD4E-3ACB-76F310AB43E8}"/>
              </a:ext>
            </a:extLst>
          </p:cNvPr>
          <p:cNvSpPr txBox="1"/>
          <p:nvPr/>
        </p:nvSpPr>
        <p:spPr>
          <a:xfrm>
            <a:off x="7893276" y="1341389"/>
            <a:ext cx="1833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1. Quản trị cảm xúc &amp; 4 kiểu nhân viên</a:t>
            </a:r>
          </a:p>
        </p:txBody>
      </p:sp>
      <p:sp>
        <p:nvSpPr>
          <p:cNvPr id="6" name="!!TextBox 5">
            <a:extLst>
              <a:ext uri="{FF2B5EF4-FFF2-40B4-BE49-F238E27FC236}">
                <a16:creationId xmlns:a16="http://schemas.microsoft.com/office/drawing/2014/main" id="{A3231BB1-1A4F-093D-9C22-4BEB5308BCF4}"/>
              </a:ext>
            </a:extLst>
          </p:cNvPr>
          <p:cNvSpPr txBox="1"/>
          <p:nvPr/>
        </p:nvSpPr>
        <p:spPr>
          <a:xfrm>
            <a:off x="6402328" y="241834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2. Giao tiếp hiệu quả 3V &amp; 7C</a:t>
            </a:r>
          </a:p>
        </p:txBody>
      </p:sp>
      <p:sp>
        <p:nvSpPr>
          <p:cNvPr id="7" name="!!TextBox 6">
            <a:extLst>
              <a:ext uri="{FF2B5EF4-FFF2-40B4-BE49-F238E27FC236}">
                <a16:creationId xmlns:a16="http://schemas.microsoft.com/office/drawing/2014/main" id="{17AA8CEA-0CC9-DC14-5535-AEB30FD4FD1B}"/>
              </a:ext>
            </a:extLst>
          </p:cNvPr>
          <p:cNvSpPr txBox="1"/>
          <p:nvPr/>
        </p:nvSpPr>
        <p:spPr>
          <a:xfrm>
            <a:off x="6186485" y="3460139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3. Lắng nghe L.A.C.E &amp; Sandwich</a:t>
            </a:r>
          </a:p>
        </p:txBody>
      </p:sp>
      <p:sp>
        <p:nvSpPr>
          <p:cNvPr id="8" name="!!TextBox 7">
            <a:extLst>
              <a:ext uri="{FF2B5EF4-FFF2-40B4-BE49-F238E27FC236}">
                <a16:creationId xmlns:a16="http://schemas.microsoft.com/office/drawing/2014/main" id="{3D96CA3B-E7F3-1234-B6A7-DCE9DE955728}"/>
              </a:ext>
            </a:extLst>
          </p:cNvPr>
          <p:cNvSpPr txBox="1"/>
          <p:nvPr/>
        </p:nvSpPr>
        <p:spPr>
          <a:xfrm>
            <a:off x="7752078" y="4640626"/>
            <a:ext cx="23658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4. Khai vấn (Coaching) &amp; Dây thun</a:t>
            </a:r>
          </a:p>
        </p:txBody>
      </p:sp>
      <p:sp>
        <p:nvSpPr>
          <p:cNvPr id="35" name="!!Freeform 34">
            <a:extLst>
              <a:ext uri="{FF2B5EF4-FFF2-40B4-BE49-F238E27FC236}">
                <a16:creationId xmlns:a16="http://schemas.microsoft.com/office/drawing/2014/main" id="{29515D58-701C-021E-1ACE-75692F104E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2020292 w 12192000"/>
              <a:gd name="csY5" fmla="*/ 1513378 h 6858000"/>
              <a:gd name="csX6" fmla="*/ 1698141 w 12192000"/>
              <a:gd name="csY6" fmla="*/ 1775939 h 6858000"/>
              <a:gd name="csX7" fmla="*/ 1691460 w 12192000"/>
              <a:gd name="csY7" fmla="*/ 1842210 h 6858000"/>
              <a:gd name="csX8" fmla="*/ 1691460 w 12192000"/>
              <a:gd name="csY8" fmla="*/ 1842209 h 6858000"/>
              <a:gd name="csX9" fmla="*/ 1691460 w 12192000"/>
              <a:gd name="csY9" fmla="*/ 1842210 h 6858000"/>
              <a:gd name="csX10" fmla="*/ 1691460 w 12192000"/>
              <a:gd name="csY10" fmla="*/ 1842210 h 6858000"/>
              <a:gd name="csX11" fmla="*/ 1698141 w 12192000"/>
              <a:gd name="csY11" fmla="*/ 1908480 h 6858000"/>
              <a:gd name="csX12" fmla="*/ 2020292 w 12192000"/>
              <a:gd name="csY12" fmla="*/ 2171041 h 6858000"/>
              <a:gd name="csX13" fmla="*/ 6345389 w 12192000"/>
              <a:gd name="csY13" fmla="*/ 2171042 h 6858000"/>
              <a:gd name="csX14" fmla="*/ 6674221 w 12192000"/>
              <a:gd name="csY14" fmla="*/ 1842210 h 6858000"/>
              <a:gd name="csX15" fmla="*/ 6674222 w 12192000"/>
              <a:gd name="csY15" fmla="*/ 1842210 h 6858000"/>
              <a:gd name="csX16" fmla="*/ 6345390 w 12192000"/>
              <a:gd name="csY16" fmla="*/ 1513378 h 6858000"/>
              <a:gd name="csX17" fmla="*/ 2020292 w 12192000"/>
              <a:gd name="csY17" fmla="*/ 1513378 h 6858000"/>
              <a:gd name="csX18" fmla="*/ 2020292 w 12192000"/>
              <a:gd name="csY18" fmla="*/ 2532207 h 6858000"/>
              <a:gd name="csX19" fmla="*/ 1698141 w 12192000"/>
              <a:gd name="csY19" fmla="*/ 2794768 h 6858000"/>
              <a:gd name="csX20" fmla="*/ 1691460 w 12192000"/>
              <a:gd name="csY20" fmla="*/ 2861039 h 6858000"/>
              <a:gd name="csX21" fmla="*/ 1691460 w 12192000"/>
              <a:gd name="csY21" fmla="*/ 2861038 h 6858000"/>
              <a:gd name="csX22" fmla="*/ 1691460 w 12192000"/>
              <a:gd name="csY22" fmla="*/ 2861039 h 6858000"/>
              <a:gd name="csX23" fmla="*/ 1691460 w 12192000"/>
              <a:gd name="csY23" fmla="*/ 2861039 h 6858000"/>
              <a:gd name="csX24" fmla="*/ 1698141 w 12192000"/>
              <a:gd name="csY24" fmla="*/ 2927309 h 6858000"/>
              <a:gd name="csX25" fmla="*/ 2020292 w 12192000"/>
              <a:gd name="csY25" fmla="*/ 3189870 h 6858000"/>
              <a:gd name="csX26" fmla="*/ 6345389 w 12192000"/>
              <a:gd name="csY26" fmla="*/ 3189871 h 6858000"/>
              <a:gd name="csX27" fmla="*/ 6674221 w 12192000"/>
              <a:gd name="csY27" fmla="*/ 2861039 h 6858000"/>
              <a:gd name="csX28" fmla="*/ 6674222 w 12192000"/>
              <a:gd name="csY28" fmla="*/ 2861039 h 6858000"/>
              <a:gd name="csX29" fmla="*/ 6345390 w 12192000"/>
              <a:gd name="csY29" fmla="*/ 2532207 h 6858000"/>
              <a:gd name="csX30" fmla="*/ 2020292 w 12192000"/>
              <a:gd name="csY30" fmla="*/ 2532207 h 6858000"/>
              <a:gd name="csX31" fmla="*/ 2020292 w 12192000"/>
              <a:gd name="csY31" fmla="*/ 3604946 h 6858000"/>
              <a:gd name="csX32" fmla="*/ 1698141 w 12192000"/>
              <a:gd name="csY32" fmla="*/ 3867507 h 6858000"/>
              <a:gd name="csX33" fmla="*/ 1691460 w 12192000"/>
              <a:gd name="csY33" fmla="*/ 3933778 h 6858000"/>
              <a:gd name="csX34" fmla="*/ 1691460 w 12192000"/>
              <a:gd name="csY34" fmla="*/ 3933777 h 6858000"/>
              <a:gd name="csX35" fmla="*/ 1691460 w 12192000"/>
              <a:gd name="csY35" fmla="*/ 3933778 h 6858000"/>
              <a:gd name="csX36" fmla="*/ 1691460 w 12192000"/>
              <a:gd name="csY36" fmla="*/ 3933778 h 6858000"/>
              <a:gd name="csX37" fmla="*/ 1698141 w 12192000"/>
              <a:gd name="csY37" fmla="*/ 4000048 h 6858000"/>
              <a:gd name="csX38" fmla="*/ 2020292 w 12192000"/>
              <a:gd name="csY38" fmla="*/ 4262609 h 6858000"/>
              <a:gd name="csX39" fmla="*/ 6345389 w 12192000"/>
              <a:gd name="csY39" fmla="*/ 4262610 h 6858000"/>
              <a:gd name="csX40" fmla="*/ 6674221 w 12192000"/>
              <a:gd name="csY40" fmla="*/ 3933778 h 6858000"/>
              <a:gd name="csX41" fmla="*/ 6674222 w 12192000"/>
              <a:gd name="csY41" fmla="*/ 3933778 h 6858000"/>
              <a:gd name="csX42" fmla="*/ 6345390 w 12192000"/>
              <a:gd name="csY42" fmla="*/ 3604946 h 6858000"/>
              <a:gd name="csX43" fmla="*/ 2020292 w 12192000"/>
              <a:gd name="csY43" fmla="*/ 3604946 h 6858000"/>
              <a:gd name="csX44" fmla="*/ 2020292 w 12192000"/>
              <a:gd name="csY44" fmla="*/ 4749333 h 6858000"/>
              <a:gd name="csX45" fmla="*/ 1698141 w 12192000"/>
              <a:gd name="csY45" fmla="*/ 5011894 h 6858000"/>
              <a:gd name="csX46" fmla="*/ 1691460 w 12192000"/>
              <a:gd name="csY46" fmla="*/ 5078165 h 6858000"/>
              <a:gd name="csX47" fmla="*/ 1691460 w 12192000"/>
              <a:gd name="csY47" fmla="*/ 5078164 h 6858000"/>
              <a:gd name="csX48" fmla="*/ 1691460 w 12192000"/>
              <a:gd name="csY48" fmla="*/ 5078165 h 6858000"/>
              <a:gd name="csX49" fmla="*/ 1691460 w 12192000"/>
              <a:gd name="csY49" fmla="*/ 5078165 h 6858000"/>
              <a:gd name="csX50" fmla="*/ 1698141 w 12192000"/>
              <a:gd name="csY50" fmla="*/ 5144435 h 6858000"/>
              <a:gd name="csX51" fmla="*/ 2020292 w 12192000"/>
              <a:gd name="csY51" fmla="*/ 5406996 h 6858000"/>
              <a:gd name="csX52" fmla="*/ 6345389 w 12192000"/>
              <a:gd name="csY52" fmla="*/ 5406997 h 6858000"/>
              <a:gd name="csX53" fmla="*/ 6674221 w 12192000"/>
              <a:gd name="csY53" fmla="*/ 5078165 h 6858000"/>
              <a:gd name="csX54" fmla="*/ 6674222 w 12192000"/>
              <a:gd name="csY54" fmla="*/ 5078165 h 6858000"/>
              <a:gd name="csX55" fmla="*/ 6345390 w 12192000"/>
              <a:gd name="csY55" fmla="*/ 4749333 h 6858000"/>
              <a:gd name="csX56" fmla="*/ 2020292 w 12192000"/>
              <a:gd name="csY56" fmla="*/ 474933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020292" y="1513378"/>
                </a:moveTo>
                <a:cubicBezTo>
                  <a:pt x="1861384" y="1513378"/>
                  <a:pt x="1728803" y="1626096"/>
                  <a:pt x="1698141" y="1775939"/>
                </a:cubicBezTo>
                <a:lnTo>
                  <a:pt x="1691460" y="1842210"/>
                </a:lnTo>
                <a:lnTo>
                  <a:pt x="1691460" y="1842209"/>
                </a:lnTo>
                <a:lnTo>
                  <a:pt x="1691460" y="1842210"/>
                </a:lnTo>
                <a:lnTo>
                  <a:pt x="1691460" y="1842210"/>
                </a:lnTo>
                <a:lnTo>
                  <a:pt x="1698141" y="1908480"/>
                </a:lnTo>
                <a:cubicBezTo>
                  <a:pt x="1728803" y="2058323"/>
                  <a:pt x="1861384" y="2171041"/>
                  <a:pt x="2020292" y="2171041"/>
                </a:cubicBezTo>
                <a:lnTo>
                  <a:pt x="6345389" y="2171042"/>
                </a:lnTo>
                <a:cubicBezTo>
                  <a:pt x="6526998" y="2171042"/>
                  <a:pt x="6674221" y="2023819"/>
                  <a:pt x="6674221" y="1842210"/>
                </a:cubicBezTo>
                <a:lnTo>
                  <a:pt x="6674222" y="1842210"/>
                </a:lnTo>
                <a:cubicBezTo>
                  <a:pt x="6674222" y="1660601"/>
                  <a:pt x="6526999" y="1513378"/>
                  <a:pt x="6345390" y="1513378"/>
                </a:cubicBezTo>
                <a:lnTo>
                  <a:pt x="2020292" y="1513378"/>
                </a:lnTo>
                <a:close/>
                <a:moveTo>
                  <a:pt x="2020292" y="2532207"/>
                </a:moveTo>
                <a:cubicBezTo>
                  <a:pt x="1861384" y="2532207"/>
                  <a:pt x="1728803" y="2644925"/>
                  <a:pt x="1698141" y="2794768"/>
                </a:cubicBezTo>
                <a:lnTo>
                  <a:pt x="1691460" y="2861039"/>
                </a:lnTo>
                <a:lnTo>
                  <a:pt x="1691460" y="2861038"/>
                </a:lnTo>
                <a:lnTo>
                  <a:pt x="1691460" y="2861039"/>
                </a:lnTo>
                <a:lnTo>
                  <a:pt x="1691460" y="2861039"/>
                </a:lnTo>
                <a:lnTo>
                  <a:pt x="1698141" y="2927309"/>
                </a:lnTo>
                <a:cubicBezTo>
                  <a:pt x="1728803" y="3077153"/>
                  <a:pt x="1861384" y="3189870"/>
                  <a:pt x="2020292" y="3189870"/>
                </a:cubicBezTo>
                <a:lnTo>
                  <a:pt x="6345389" y="3189871"/>
                </a:lnTo>
                <a:cubicBezTo>
                  <a:pt x="6526998" y="3189871"/>
                  <a:pt x="6674221" y="3042648"/>
                  <a:pt x="6674221" y="2861039"/>
                </a:cubicBezTo>
                <a:lnTo>
                  <a:pt x="6674222" y="2861039"/>
                </a:lnTo>
                <a:cubicBezTo>
                  <a:pt x="6674222" y="2679430"/>
                  <a:pt x="6526999" y="2532207"/>
                  <a:pt x="6345390" y="2532207"/>
                </a:cubicBezTo>
                <a:lnTo>
                  <a:pt x="2020292" y="2532207"/>
                </a:lnTo>
                <a:close/>
                <a:moveTo>
                  <a:pt x="2020292" y="3604946"/>
                </a:moveTo>
                <a:cubicBezTo>
                  <a:pt x="1861384" y="3604946"/>
                  <a:pt x="1728803" y="3717664"/>
                  <a:pt x="1698141" y="3867507"/>
                </a:cubicBezTo>
                <a:lnTo>
                  <a:pt x="1691460" y="3933778"/>
                </a:lnTo>
                <a:lnTo>
                  <a:pt x="1691460" y="3933777"/>
                </a:lnTo>
                <a:lnTo>
                  <a:pt x="1691460" y="3933778"/>
                </a:lnTo>
                <a:lnTo>
                  <a:pt x="1691460" y="3933778"/>
                </a:lnTo>
                <a:lnTo>
                  <a:pt x="1698141" y="4000048"/>
                </a:lnTo>
                <a:cubicBezTo>
                  <a:pt x="1728803" y="4149892"/>
                  <a:pt x="1861384" y="4262609"/>
                  <a:pt x="2020292" y="4262609"/>
                </a:cubicBezTo>
                <a:lnTo>
                  <a:pt x="6345389" y="4262610"/>
                </a:lnTo>
                <a:cubicBezTo>
                  <a:pt x="6526998" y="4262610"/>
                  <a:pt x="6674221" y="4115387"/>
                  <a:pt x="6674221" y="3933778"/>
                </a:cubicBezTo>
                <a:lnTo>
                  <a:pt x="6674222" y="3933778"/>
                </a:lnTo>
                <a:cubicBezTo>
                  <a:pt x="6674222" y="3752169"/>
                  <a:pt x="6526999" y="3604946"/>
                  <a:pt x="6345390" y="3604946"/>
                </a:cubicBezTo>
                <a:lnTo>
                  <a:pt x="2020292" y="3604946"/>
                </a:lnTo>
                <a:close/>
                <a:moveTo>
                  <a:pt x="2020292" y="4749333"/>
                </a:moveTo>
                <a:cubicBezTo>
                  <a:pt x="1861384" y="4749333"/>
                  <a:pt x="1728803" y="4862051"/>
                  <a:pt x="1698141" y="5011894"/>
                </a:cubicBezTo>
                <a:lnTo>
                  <a:pt x="1691460" y="5078165"/>
                </a:lnTo>
                <a:lnTo>
                  <a:pt x="1691460" y="5078164"/>
                </a:lnTo>
                <a:lnTo>
                  <a:pt x="1691460" y="5078165"/>
                </a:lnTo>
                <a:lnTo>
                  <a:pt x="1691460" y="5078165"/>
                </a:lnTo>
                <a:lnTo>
                  <a:pt x="1698141" y="5144435"/>
                </a:lnTo>
                <a:cubicBezTo>
                  <a:pt x="1728803" y="5294279"/>
                  <a:pt x="1861384" y="5406996"/>
                  <a:pt x="2020292" y="5406996"/>
                </a:cubicBezTo>
                <a:lnTo>
                  <a:pt x="6345389" y="5406997"/>
                </a:lnTo>
                <a:cubicBezTo>
                  <a:pt x="6526998" y="5406997"/>
                  <a:pt x="6674221" y="5259774"/>
                  <a:pt x="6674221" y="5078165"/>
                </a:cubicBezTo>
                <a:lnTo>
                  <a:pt x="6674222" y="5078165"/>
                </a:lnTo>
                <a:cubicBezTo>
                  <a:pt x="6674222" y="4896556"/>
                  <a:pt x="6526999" y="4749333"/>
                  <a:pt x="6345390" y="4749333"/>
                </a:cubicBezTo>
                <a:lnTo>
                  <a:pt x="2020292" y="4749333"/>
                </a:lnTo>
                <a:close/>
              </a:path>
            </a:pathLst>
          </a:custGeom>
          <a:solidFill>
            <a:srgbClr val="BBE6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Oval 4">
            <a:extLst>
              <a:ext uri="{FF2B5EF4-FFF2-40B4-BE49-F238E27FC236}">
                <a16:creationId xmlns:a16="http://schemas.microsoft.com/office/drawing/2014/main" id="{BD6BE8B2-7758-174A-612E-6376BF0CFBE7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Oval 14">
            <a:extLst>
              <a:ext uri="{FF2B5EF4-FFF2-40B4-BE49-F238E27FC236}">
                <a16:creationId xmlns:a16="http://schemas.microsoft.com/office/drawing/2014/main" id="{EB56981E-EA9C-DEDF-B252-11A4DA83F647}"/>
              </a:ext>
            </a:extLst>
          </p:cNvPr>
          <p:cNvSpPr/>
          <p:nvPr/>
        </p:nvSpPr>
        <p:spPr>
          <a:xfrm rot="12109473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Freeform 15">
            <a:extLst>
              <a:ext uri="{FF2B5EF4-FFF2-40B4-BE49-F238E27FC236}">
                <a16:creationId xmlns:a16="http://schemas.microsoft.com/office/drawing/2014/main" id="{DBED9BFE-5C8C-AC5F-9120-FAE37485CE85}"/>
              </a:ext>
            </a:extLst>
          </p:cNvPr>
          <p:cNvSpPr/>
          <p:nvPr/>
        </p:nvSpPr>
        <p:spPr>
          <a:xfrm>
            <a:off x="-951368" y="-665191"/>
            <a:ext cx="4362764" cy="24712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Freeform 26">
            <a:extLst>
              <a:ext uri="{FF2B5EF4-FFF2-40B4-BE49-F238E27FC236}">
                <a16:creationId xmlns:a16="http://schemas.microsoft.com/office/drawing/2014/main" id="{53FA9A3D-DBF0-FE57-4F66-A0D48577978B}"/>
              </a:ext>
            </a:extLst>
          </p:cNvPr>
          <p:cNvSpPr/>
          <p:nvPr/>
        </p:nvSpPr>
        <p:spPr>
          <a:xfrm>
            <a:off x="-490885" y="5167745"/>
            <a:ext cx="6153192" cy="225565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AEBF88E3-B3F5-A6B4-810C-FA052890C985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solidFill>
                  <a:schemeClr val="bg1"/>
                </a:solidFill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24" name="!!Picture 23">
            <a:extLst>
              <a:ext uri="{FF2B5EF4-FFF2-40B4-BE49-F238E27FC236}">
                <a16:creationId xmlns:a16="http://schemas.microsoft.com/office/drawing/2014/main" id="{D45D815D-14B4-8024-22EC-648557EF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26" name="!!Picture 25">
            <a:extLst>
              <a:ext uri="{FF2B5EF4-FFF2-40B4-BE49-F238E27FC236}">
                <a16:creationId xmlns:a16="http://schemas.microsoft.com/office/drawing/2014/main" id="{164FB827-62D6-CBD4-77E1-E07EF988E8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pic>
        <p:nvPicPr>
          <p:cNvPr id="31" name="!!Picture 30">
            <a:extLst>
              <a:ext uri="{FF2B5EF4-FFF2-40B4-BE49-F238E27FC236}">
                <a16:creationId xmlns:a16="http://schemas.microsoft.com/office/drawing/2014/main" id="{62CB51EF-D287-785A-66DD-77EC7F906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296" y="4359051"/>
            <a:ext cx="1264098" cy="1264098"/>
          </a:xfrm>
          <a:prstGeom prst="rect">
            <a:avLst/>
          </a:prstGeom>
        </p:spPr>
      </p:pic>
      <p:pic>
        <p:nvPicPr>
          <p:cNvPr id="33" name="!!Picture 32">
            <a:extLst>
              <a:ext uri="{FF2B5EF4-FFF2-40B4-BE49-F238E27FC236}">
                <a16:creationId xmlns:a16="http://schemas.microsoft.com/office/drawing/2014/main" id="{87FFFD58-C173-9F15-C731-5125798BF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pic>
        <p:nvPicPr>
          <p:cNvPr id="18" name="!!Picture 17">
            <a:extLst>
              <a:ext uri="{FF2B5EF4-FFF2-40B4-BE49-F238E27FC236}">
                <a16:creationId xmlns:a16="http://schemas.microsoft.com/office/drawing/2014/main" id="{7CCCA805-9F6A-8D40-8732-F4B18B9D86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0095471" y="6648797"/>
            <a:ext cx="5036013" cy="5210141"/>
          </a:xfrm>
          <a:prstGeom prst="rect">
            <a:avLst/>
          </a:prstGeom>
        </p:spPr>
      </p:pic>
      <p:sp>
        <p:nvSpPr>
          <p:cNvPr id="19" name="!!cưcvfvFreeform 7">
            <a:extLst>
              <a:ext uri="{FF2B5EF4-FFF2-40B4-BE49-F238E27FC236}">
                <a16:creationId xmlns:a16="http://schemas.microsoft.com/office/drawing/2014/main" id="{E5B82508-7BE4-AB22-F7EC-10FC5B3D1801}"/>
              </a:ext>
            </a:extLst>
          </p:cNvPr>
          <p:cNvSpPr/>
          <p:nvPr/>
        </p:nvSpPr>
        <p:spPr>
          <a:xfrm>
            <a:off x="7344074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70212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A1EF3-3C1A-EE2C-0C5B-BA2760BA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jnvfvd nRounded Rectangle 17">
            <a:extLst>
              <a:ext uri="{FF2B5EF4-FFF2-40B4-BE49-F238E27FC236}">
                <a16:creationId xmlns:a16="http://schemas.microsoft.com/office/drawing/2014/main" id="{7B0B2D00-F16A-9C3E-EE59-A2C19F220630}"/>
              </a:ext>
            </a:extLst>
          </p:cNvPr>
          <p:cNvSpPr/>
          <p:nvPr/>
        </p:nvSpPr>
        <p:spPr>
          <a:xfrm>
            <a:off x="3619500" y="7394505"/>
            <a:ext cx="4953000" cy="818144"/>
          </a:xfrm>
          <a:custGeom>
            <a:avLst/>
            <a:gdLst>
              <a:gd name="csX0" fmla="*/ 0 w 4953000"/>
              <a:gd name="csY0" fmla="*/ 136360 h 818144"/>
              <a:gd name="csX1" fmla="*/ 136360 w 4953000"/>
              <a:gd name="csY1" fmla="*/ 0 h 818144"/>
              <a:gd name="csX2" fmla="*/ 758169 w 4953000"/>
              <a:gd name="csY2" fmla="*/ 0 h 818144"/>
              <a:gd name="csX3" fmla="*/ 1473583 w 4953000"/>
              <a:gd name="csY3" fmla="*/ 0 h 818144"/>
              <a:gd name="csX4" fmla="*/ 2048589 w 4953000"/>
              <a:gd name="csY4" fmla="*/ 0 h 818144"/>
              <a:gd name="csX5" fmla="*/ 2670397 w 4953000"/>
              <a:gd name="csY5" fmla="*/ 0 h 818144"/>
              <a:gd name="csX6" fmla="*/ 3385812 w 4953000"/>
              <a:gd name="csY6" fmla="*/ 0 h 818144"/>
              <a:gd name="csX7" fmla="*/ 3960817 w 4953000"/>
              <a:gd name="csY7" fmla="*/ 0 h 818144"/>
              <a:gd name="csX8" fmla="*/ 4816640 w 4953000"/>
              <a:gd name="csY8" fmla="*/ 0 h 818144"/>
              <a:gd name="csX9" fmla="*/ 4953000 w 4953000"/>
              <a:gd name="csY9" fmla="*/ 136360 h 818144"/>
              <a:gd name="csX10" fmla="*/ 4953000 w 4953000"/>
              <a:gd name="csY10" fmla="*/ 681784 h 818144"/>
              <a:gd name="csX11" fmla="*/ 4816640 w 4953000"/>
              <a:gd name="csY11" fmla="*/ 818144 h 818144"/>
              <a:gd name="csX12" fmla="*/ 4194831 w 4953000"/>
              <a:gd name="csY12" fmla="*/ 818144 h 818144"/>
              <a:gd name="csX13" fmla="*/ 3666628 w 4953000"/>
              <a:gd name="csY13" fmla="*/ 818144 h 818144"/>
              <a:gd name="csX14" fmla="*/ 3138425 w 4953000"/>
              <a:gd name="csY14" fmla="*/ 818144 h 818144"/>
              <a:gd name="csX15" fmla="*/ 2423011 w 4953000"/>
              <a:gd name="csY15" fmla="*/ 818144 h 818144"/>
              <a:gd name="csX16" fmla="*/ 1660794 w 4953000"/>
              <a:gd name="csY16" fmla="*/ 818144 h 818144"/>
              <a:gd name="csX17" fmla="*/ 898577 w 4953000"/>
              <a:gd name="csY17" fmla="*/ 818144 h 818144"/>
              <a:gd name="csX18" fmla="*/ 136360 w 4953000"/>
              <a:gd name="csY18" fmla="*/ 818144 h 818144"/>
              <a:gd name="csX19" fmla="*/ 0 w 4953000"/>
              <a:gd name="csY19" fmla="*/ 681784 h 818144"/>
              <a:gd name="csX20" fmla="*/ 0 w 4953000"/>
              <a:gd name="csY20" fmla="*/ 136360 h 81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953000" h="818144" extrusionOk="0">
                <a:moveTo>
                  <a:pt x="0" y="136360"/>
                </a:moveTo>
                <a:cubicBezTo>
                  <a:pt x="998" y="52526"/>
                  <a:pt x="57221" y="-9161"/>
                  <a:pt x="136360" y="0"/>
                </a:cubicBezTo>
                <a:cubicBezTo>
                  <a:pt x="407685" y="-10237"/>
                  <a:pt x="627330" y="31020"/>
                  <a:pt x="758169" y="0"/>
                </a:cubicBezTo>
                <a:cubicBezTo>
                  <a:pt x="889008" y="-31020"/>
                  <a:pt x="1206960" y="18602"/>
                  <a:pt x="1473583" y="0"/>
                </a:cubicBezTo>
                <a:cubicBezTo>
                  <a:pt x="1740206" y="-18602"/>
                  <a:pt x="1809849" y="-23315"/>
                  <a:pt x="2048589" y="0"/>
                </a:cubicBezTo>
                <a:cubicBezTo>
                  <a:pt x="2287329" y="23315"/>
                  <a:pt x="2450231" y="-17771"/>
                  <a:pt x="2670397" y="0"/>
                </a:cubicBezTo>
                <a:cubicBezTo>
                  <a:pt x="2890563" y="17771"/>
                  <a:pt x="3212981" y="8408"/>
                  <a:pt x="3385812" y="0"/>
                </a:cubicBezTo>
                <a:cubicBezTo>
                  <a:pt x="3558644" y="-8408"/>
                  <a:pt x="3719839" y="-16709"/>
                  <a:pt x="3960817" y="0"/>
                </a:cubicBezTo>
                <a:cubicBezTo>
                  <a:pt x="4201795" y="16709"/>
                  <a:pt x="4402012" y="-22407"/>
                  <a:pt x="4816640" y="0"/>
                </a:cubicBezTo>
                <a:cubicBezTo>
                  <a:pt x="4899714" y="211"/>
                  <a:pt x="4954949" y="58420"/>
                  <a:pt x="4953000" y="136360"/>
                </a:cubicBezTo>
                <a:cubicBezTo>
                  <a:pt x="4975525" y="389341"/>
                  <a:pt x="4966192" y="439988"/>
                  <a:pt x="4953000" y="681784"/>
                </a:cubicBezTo>
                <a:cubicBezTo>
                  <a:pt x="4951514" y="758236"/>
                  <a:pt x="4897111" y="826879"/>
                  <a:pt x="4816640" y="818144"/>
                </a:cubicBezTo>
                <a:cubicBezTo>
                  <a:pt x="4543472" y="801627"/>
                  <a:pt x="4322796" y="831560"/>
                  <a:pt x="4194831" y="818144"/>
                </a:cubicBezTo>
                <a:cubicBezTo>
                  <a:pt x="4066866" y="804728"/>
                  <a:pt x="3863940" y="820508"/>
                  <a:pt x="3666628" y="818144"/>
                </a:cubicBezTo>
                <a:cubicBezTo>
                  <a:pt x="3469316" y="815780"/>
                  <a:pt x="3267380" y="828557"/>
                  <a:pt x="3138425" y="818144"/>
                </a:cubicBezTo>
                <a:cubicBezTo>
                  <a:pt x="3009470" y="807731"/>
                  <a:pt x="2729545" y="821276"/>
                  <a:pt x="2423011" y="818144"/>
                </a:cubicBezTo>
                <a:cubicBezTo>
                  <a:pt x="2116477" y="815012"/>
                  <a:pt x="1817621" y="818026"/>
                  <a:pt x="1660794" y="818144"/>
                </a:cubicBezTo>
                <a:cubicBezTo>
                  <a:pt x="1503967" y="818262"/>
                  <a:pt x="1073684" y="853232"/>
                  <a:pt x="898577" y="818144"/>
                </a:cubicBezTo>
                <a:cubicBezTo>
                  <a:pt x="723470" y="783056"/>
                  <a:pt x="513163" y="843195"/>
                  <a:pt x="136360" y="818144"/>
                </a:cubicBezTo>
                <a:cubicBezTo>
                  <a:pt x="71628" y="832953"/>
                  <a:pt x="-14065" y="766819"/>
                  <a:pt x="0" y="681784"/>
                </a:cubicBezTo>
                <a:cubicBezTo>
                  <a:pt x="12660" y="492306"/>
                  <a:pt x="21042" y="362741"/>
                  <a:pt x="0" y="136360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1" name="!!TextBox 3">
            <a:extLst>
              <a:ext uri="{FF2B5EF4-FFF2-40B4-BE49-F238E27FC236}">
                <a16:creationId xmlns:a16="http://schemas.microsoft.com/office/drawing/2014/main" id="{6C6F0EAF-7572-76C9-559C-1E90AF8E9C21}"/>
              </a:ext>
            </a:extLst>
          </p:cNvPr>
          <p:cNvSpPr txBox="1"/>
          <p:nvPr/>
        </p:nvSpPr>
        <p:spPr>
          <a:xfrm>
            <a:off x="4411360" y="7369805"/>
            <a:ext cx="3393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400" b="1">
                <a:solidFill>
                  <a:srgbClr val="404049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t>1. Quản trị cảm xúc &amp; 4 kiểu nhân viên</a:t>
            </a:r>
          </a:p>
        </p:txBody>
      </p:sp>
      <p:sp>
        <p:nvSpPr>
          <p:cNvPr id="2" name="!!Freeform 15">
            <a:extLst>
              <a:ext uri="{FF2B5EF4-FFF2-40B4-BE49-F238E27FC236}">
                <a16:creationId xmlns:a16="http://schemas.microsoft.com/office/drawing/2014/main" id="{B66EAC73-3B86-1941-7C9B-DCB72C0DEBEB}"/>
              </a:ext>
            </a:extLst>
          </p:cNvPr>
          <p:cNvSpPr/>
          <p:nvPr/>
        </p:nvSpPr>
        <p:spPr>
          <a:xfrm>
            <a:off x="-951368" y="-665191"/>
            <a:ext cx="4362764" cy="2471290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!!Freeform 26">
            <a:extLst>
              <a:ext uri="{FF2B5EF4-FFF2-40B4-BE49-F238E27FC236}">
                <a16:creationId xmlns:a16="http://schemas.microsoft.com/office/drawing/2014/main" id="{68F52ADE-F451-A688-E9BB-27E0415F1C59}"/>
              </a:ext>
            </a:extLst>
          </p:cNvPr>
          <p:cNvSpPr/>
          <p:nvPr/>
        </p:nvSpPr>
        <p:spPr>
          <a:xfrm>
            <a:off x="-490885" y="5167745"/>
            <a:ext cx="6153192" cy="2255654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!!Freeform 39">
            <a:extLst>
              <a:ext uri="{FF2B5EF4-FFF2-40B4-BE49-F238E27FC236}">
                <a16:creationId xmlns:a16="http://schemas.microsoft.com/office/drawing/2014/main" id="{E6410DA4-7D9E-799D-F36C-956C6AF55EA1}"/>
              </a:ext>
            </a:extLst>
          </p:cNvPr>
          <p:cNvSpPr/>
          <p:nvPr/>
        </p:nvSpPr>
        <p:spPr>
          <a:xfrm>
            <a:off x="1691460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8" name="!!Freeform 37">
            <a:extLst>
              <a:ext uri="{FF2B5EF4-FFF2-40B4-BE49-F238E27FC236}">
                <a16:creationId xmlns:a16="http://schemas.microsoft.com/office/drawing/2014/main" id="{030375C4-DE04-F6D4-A64E-F231EEB57DB6}"/>
              </a:ext>
            </a:extLst>
          </p:cNvPr>
          <p:cNvSpPr/>
          <p:nvPr/>
        </p:nvSpPr>
        <p:spPr>
          <a:xfrm>
            <a:off x="1691460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7" name="!!Freeform 36">
            <a:extLst>
              <a:ext uri="{FF2B5EF4-FFF2-40B4-BE49-F238E27FC236}">
                <a16:creationId xmlns:a16="http://schemas.microsoft.com/office/drawing/2014/main" id="{77E2E943-F343-45DE-B556-3CC336C726E4}"/>
              </a:ext>
            </a:extLst>
          </p:cNvPr>
          <p:cNvSpPr/>
          <p:nvPr/>
        </p:nvSpPr>
        <p:spPr>
          <a:xfrm>
            <a:off x="1691460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6" name="!!Freeform 35">
            <a:extLst>
              <a:ext uri="{FF2B5EF4-FFF2-40B4-BE49-F238E27FC236}">
                <a16:creationId xmlns:a16="http://schemas.microsoft.com/office/drawing/2014/main" id="{CA9C954D-7CE8-DA10-3A06-50BC0EBDB0D4}"/>
              </a:ext>
            </a:extLst>
          </p:cNvPr>
          <p:cNvSpPr/>
          <p:nvPr/>
        </p:nvSpPr>
        <p:spPr>
          <a:xfrm>
            <a:off x="1691460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97A4542C-74E3-303A-CB0E-462C34416B24}"/>
              </a:ext>
            </a:extLst>
          </p:cNvPr>
          <p:cNvSpPr/>
          <p:nvPr/>
        </p:nvSpPr>
        <p:spPr>
          <a:xfrm>
            <a:off x="2409450" y="565399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rgbClr val="404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pic>
        <p:nvPicPr>
          <p:cNvPr id="4" name="!!Picture 23">
            <a:extLst>
              <a:ext uri="{FF2B5EF4-FFF2-40B4-BE49-F238E27FC236}">
                <a16:creationId xmlns:a16="http://schemas.microsoft.com/office/drawing/2014/main" id="{00DA71BC-FF65-D98A-56B6-570A22CB4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21" t="10424" r="8183" b="8537"/>
          <a:stretch>
            <a:fillRect/>
          </a:stretch>
        </p:blipFill>
        <p:spPr>
          <a:xfrm>
            <a:off x="5771953" y="929940"/>
            <a:ext cx="1414949" cy="1407005"/>
          </a:xfrm>
          <a:prstGeom prst="rect">
            <a:avLst/>
          </a:prstGeom>
        </p:spPr>
      </p:pic>
      <p:pic>
        <p:nvPicPr>
          <p:cNvPr id="7" name="!!Picture 30">
            <a:extLst>
              <a:ext uri="{FF2B5EF4-FFF2-40B4-BE49-F238E27FC236}">
                <a16:creationId xmlns:a16="http://schemas.microsoft.com/office/drawing/2014/main" id="{6A8960DD-990B-45B0-6FE1-460F87DE4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296" y="4359051"/>
            <a:ext cx="1264098" cy="1264098"/>
          </a:xfrm>
          <a:prstGeom prst="rect">
            <a:avLst/>
          </a:prstGeom>
        </p:spPr>
      </p:pic>
      <p:pic>
        <p:nvPicPr>
          <p:cNvPr id="26" name="!!Picture 32">
            <a:extLst>
              <a:ext uri="{FF2B5EF4-FFF2-40B4-BE49-F238E27FC236}">
                <a16:creationId xmlns:a16="http://schemas.microsoft.com/office/drawing/2014/main" id="{AB265EC8-4312-672B-1180-D7920E2CA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73" y="2842322"/>
            <a:ext cx="1591656" cy="1591656"/>
          </a:xfrm>
          <a:prstGeom prst="rect">
            <a:avLst/>
          </a:prstGeom>
        </p:spPr>
      </p:pic>
      <p:sp>
        <p:nvSpPr>
          <p:cNvPr id="31" name="!!TextBo sácdc sd sd x 5cdscsdc dc sdc">
            <a:extLst>
              <a:ext uri="{FF2B5EF4-FFF2-40B4-BE49-F238E27FC236}">
                <a16:creationId xmlns:a16="http://schemas.microsoft.com/office/drawing/2014/main" id="{E9AA887B-2D92-8F69-DF3A-EBF4378B0BFB}"/>
              </a:ext>
            </a:extLst>
          </p:cNvPr>
          <p:cNvSpPr txBox="1"/>
          <p:nvPr/>
        </p:nvSpPr>
        <p:spPr>
          <a:xfrm>
            <a:off x="2263504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Khai vấn Coaching</a:t>
            </a:r>
          </a:p>
        </p:txBody>
      </p:sp>
      <p:sp>
        <p:nvSpPr>
          <p:cNvPr id="32" name="!!TextBo sd sd x 5cdscsdc dc sdc">
            <a:extLst>
              <a:ext uri="{FF2B5EF4-FFF2-40B4-BE49-F238E27FC236}">
                <a16:creationId xmlns:a16="http://schemas.microsoft.com/office/drawing/2014/main" id="{32AAB333-26FF-C0E6-4834-2E3180288D45}"/>
              </a:ext>
            </a:extLst>
          </p:cNvPr>
          <p:cNvSpPr txBox="1"/>
          <p:nvPr/>
        </p:nvSpPr>
        <p:spPr>
          <a:xfrm>
            <a:off x="2263504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L.A.C.E &amp; Sandwich</a:t>
            </a:r>
          </a:p>
        </p:txBody>
      </p:sp>
      <p:sp>
        <p:nvSpPr>
          <p:cNvPr id="33" name="!!TextBox 5cdscsdc dc sdc">
            <a:extLst>
              <a:ext uri="{FF2B5EF4-FFF2-40B4-BE49-F238E27FC236}">
                <a16:creationId xmlns:a16="http://schemas.microsoft.com/office/drawing/2014/main" id="{81E45EA5-482A-6AEE-DF6B-0A71FE942311}"/>
              </a:ext>
            </a:extLst>
          </p:cNvPr>
          <p:cNvSpPr txBox="1"/>
          <p:nvPr/>
        </p:nvSpPr>
        <p:spPr>
          <a:xfrm>
            <a:off x="2263504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Giao tiếp 3V &amp; 7C</a:t>
            </a:r>
          </a:p>
        </p:txBody>
      </p:sp>
      <p:sp>
        <p:nvSpPr>
          <p:cNvPr id="34" name="!!TextBox 5cdscsdc">
            <a:extLst>
              <a:ext uri="{FF2B5EF4-FFF2-40B4-BE49-F238E27FC236}">
                <a16:creationId xmlns:a16="http://schemas.microsoft.com/office/drawing/2014/main" id="{8B3B2ADD-AA5C-CDD0-D5E7-F262E8FA42E3}"/>
              </a:ext>
            </a:extLst>
          </p:cNvPr>
          <p:cNvSpPr txBox="1"/>
          <p:nvPr/>
        </p:nvSpPr>
        <p:spPr>
          <a:xfrm>
            <a:off x="2263504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Cảm xúc &amp; Nhân viên</a:t>
            </a:r>
          </a:p>
        </p:txBody>
      </p:sp>
      <p:sp>
        <p:nvSpPr>
          <p:cNvPr id="35" name="!!Oval 4">
            <a:extLst>
              <a:ext uri="{FF2B5EF4-FFF2-40B4-BE49-F238E27FC236}">
                <a16:creationId xmlns:a16="http://schemas.microsoft.com/office/drawing/2014/main" id="{D64EB46C-E9CB-62FD-FE3A-8892C2513F33}"/>
              </a:ext>
            </a:extLst>
          </p:cNvPr>
          <p:cNvSpPr/>
          <p:nvPr/>
        </p:nvSpPr>
        <p:spPr>
          <a:xfrm rot="12152792">
            <a:off x="7093551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Oval 14">
            <a:extLst>
              <a:ext uri="{FF2B5EF4-FFF2-40B4-BE49-F238E27FC236}">
                <a16:creationId xmlns:a16="http://schemas.microsoft.com/office/drawing/2014/main" id="{2EB795B3-3D73-EB90-410E-92BD5B3E4B5F}"/>
              </a:ext>
            </a:extLst>
          </p:cNvPr>
          <p:cNvSpPr/>
          <p:nvPr/>
        </p:nvSpPr>
        <p:spPr>
          <a:xfrm rot="12109473">
            <a:off x="7486125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cưcvfvFreeform 7">
            <a:extLst>
              <a:ext uri="{FF2B5EF4-FFF2-40B4-BE49-F238E27FC236}">
                <a16:creationId xmlns:a16="http://schemas.microsoft.com/office/drawing/2014/main" id="{8C1CEC64-58B4-6954-C2AA-C672145C3959}"/>
              </a:ext>
            </a:extLst>
          </p:cNvPr>
          <p:cNvSpPr/>
          <p:nvPr/>
        </p:nvSpPr>
        <p:spPr>
          <a:xfrm>
            <a:off x="7344074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6" name="!!Picture 25">
            <a:extLst>
              <a:ext uri="{FF2B5EF4-FFF2-40B4-BE49-F238E27FC236}">
                <a16:creationId xmlns:a16="http://schemas.microsoft.com/office/drawing/2014/main" id="{004E60F0-E3C3-BE6D-B3BA-758B6450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03" t="4819" r="6041" b="20249"/>
          <a:stretch>
            <a:fillRect/>
          </a:stretch>
        </p:blipFill>
        <p:spPr>
          <a:xfrm>
            <a:off x="6033412" y="2263497"/>
            <a:ext cx="1264098" cy="1055330"/>
          </a:xfrm>
          <a:prstGeom prst="rect">
            <a:avLst/>
          </a:prstGeom>
        </p:spPr>
      </p:pic>
      <p:sp>
        <p:nvSpPr>
          <p:cNvPr id="5" name="!!Freeform 15">
            <a:extLst>
              <a:ext uri="{FF2B5EF4-FFF2-40B4-BE49-F238E27FC236}">
                <a16:creationId xmlns:a16="http://schemas.microsoft.com/office/drawing/2014/main" id="{F8F68CC7-1827-6A06-0A2D-6CC5614ADE84}"/>
              </a:ext>
            </a:extLst>
          </p:cNvPr>
          <p:cNvSpPr/>
          <p:nvPr/>
        </p:nvSpPr>
        <p:spPr>
          <a:xfrm>
            <a:off x="-951368" y="-665191"/>
            <a:ext cx="1777244" cy="1006721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QQijnvjfdnv Freeform 10">
            <a:extLst>
              <a:ext uri="{FF2B5EF4-FFF2-40B4-BE49-F238E27FC236}">
                <a16:creationId xmlns:a16="http://schemas.microsoft.com/office/drawing/2014/main" id="{F042CBE7-43E1-74F7-E8FA-C4D3A54CF724}"/>
              </a:ext>
            </a:extLst>
          </p:cNvPr>
          <p:cNvSpPr/>
          <p:nvPr/>
        </p:nvSpPr>
        <p:spPr>
          <a:xfrm>
            <a:off x="-851153" y="-7676160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Freeform 11">
            <a:extLst>
              <a:ext uri="{FF2B5EF4-FFF2-40B4-BE49-F238E27FC236}">
                <a16:creationId xmlns:a16="http://schemas.microsoft.com/office/drawing/2014/main" id="{3B39BCA1-9003-F9F7-FA94-62A3C5E1DE64}"/>
              </a:ext>
            </a:extLst>
          </p:cNvPr>
          <p:cNvSpPr/>
          <p:nvPr/>
        </p:nvSpPr>
        <p:spPr>
          <a:xfrm>
            <a:off x="-851153" y="-9903664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F4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ivjrfvFreeform 13">
            <a:extLst>
              <a:ext uri="{FF2B5EF4-FFF2-40B4-BE49-F238E27FC236}">
                <a16:creationId xmlns:a16="http://schemas.microsoft.com/office/drawing/2014/main" id="{74BD1FAE-9952-45A5-1506-903DA03F632E}"/>
              </a:ext>
            </a:extLst>
          </p:cNvPr>
          <p:cNvSpPr/>
          <p:nvPr/>
        </p:nvSpPr>
        <p:spPr>
          <a:xfrm>
            <a:off x="-9102712" y="-553142"/>
            <a:ext cx="12745794" cy="16883012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unvjfnvFreeform 15">
            <a:extLst>
              <a:ext uri="{FF2B5EF4-FFF2-40B4-BE49-F238E27FC236}">
                <a16:creationId xmlns:a16="http://schemas.microsoft.com/office/drawing/2014/main" id="{9A7FCCE9-B915-72CD-DACA-FCD0B7B488E2}"/>
              </a:ext>
            </a:extLst>
          </p:cNvPr>
          <p:cNvSpPr/>
          <p:nvPr/>
        </p:nvSpPr>
        <p:spPr>
          <a:xfrm flipH="1">
            <a:off x="10221751" y="159077"/>
            <a:ext cx="11055032" cy="16994472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!!jvifndviodOval 16">
            <a:extLst>
              <a:ext uri="{FF2B5EF4-FFF2-40B4-BE49-F238E27FC236}">
                <a16:creationId xmlns:a16="http://schemas.microsoft.com/office/drawing/2014/main" id="{D2349EFA-87A9-A343-C89D-02BAFCB7E3B8}"/>
              </a:ext>
            </a:extLst>
          </p:cNvPr>
          <p:cNvSpPr/>
          <p:nvPr/>
        </p:nvSpPr>
        <p:spPr>
          <a:xfrm>
            <a:off x="-5981588" y="7361260"/>
            <a:ext cx="23754754" cy="17517487"/>
          </a:xfrm>
          <a:custGeom>
            <a:avLst/>
            <a:gdLst>
              <a:gd name="csX0" fmla="*/ 0 w 23754754"/>
              <a:gd name="csY0" fmla="*/ 8758744 h 17517487"/>
              <a:gd name="csX1" fmla="*/ 11877377 w 23754754"/>
              <a:gd name="csY1" fmla="*/ 0 h 17517487"/>
              <a:gd name="csX2" fmla="*/ 23754754 w 23754754"/>
              <a:gd name="csY2" fmla="*/ 8758744 h 17517487"/>
              <a:gd name="csX3" fmla="*/ 11877377 w 23754754"/>
              <a:gd name="csY3" fmla="*/ 17517488 h 17517487"/>
              <a:gd name="csX4" fmla="*/ 0 w 23754754"/>
              <a:gd name="csY4" fmla="*/ 8758744 h 175174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54754" h="17517487" fill="none" extrusionOk="0">
                <a:moveTo>
                  <a:pt x="0" y="8758744"/>
                </a:moveTo>
                <a:cubicBezTo>
                  <a:pt x="1162895" y="4414504"/>
                  <a:pt x="6421347" y="588292"/>
                  <a:pt x="11877377" y="0"/>
                </a:cubicBezTo>
                <a:cubicBezTo>
                  <a:pt x="17969587" y="-297343"/>
                  <a:pt x="23697171" y="4385883"/>
                  <a:pt x="23754754" y="8758744"/>
                </a:cubicBezTo>
                <a:cubicBezTo>
                  <a:pt x="24690402" y="13169792"/>
                  <a:pt x="18999767" y="16927106"/>
                  <a:pt x="11877377" y="17517488"/>
                </a:cubicBezTo>
                <a:cubicBezTo>
                  <a:pt x="5319757" y="17012815"/>
                  <a:pt x="-683954" y="12662417"/>
                  <a:pt x="0" y="8758744"/>
                </a:cubicBezTo>
                <a:close/>
              </a:path>
              <a:path w="23754754" h="17517487" stroke="0" extrusionOk="0">
                <a:moveTo>
                  <a:pt x="0" y="8758744"/>
                </a:moveTo>
                <a:cubicBezTo>
                  <a:pt x="21099" y="3435016"/>
                  <a:pt x="6375712" y="726847"/>
                  <a:pt x="11877377" y="0"/>
                </a:cubicBezTo>
                <a:cubicBezTo>
                  <a:pt x="18705362" y="419199"/>
                  <a:pt x="24215213" y="2876363"/>
                  <a:pt x="23754754" y="8758744"/>
                </a:cubicBezTo>
                <a:cubicBezTo>
                  <a:pt x="23912027" y="12850022"/>
                  <a:pt x="18318173" y="16868287"/>
                  <a:pt x="11877377" y="17517488"/>
                </a:cubicBezTo>
                <a:cubicBezTo>
                  <a:pt x="4231042" y="17894101"/>
                  <a:pt x="1000856" y="13324578"/>
                  <a:pt x="0" y="8758744"/>
                </a:cubicBezTo>
                <a:close/>
              </a:path>
            </a:pathLst>
          </a:custGeom>
          <a:solidFill>
            <a:srgbClr val="9CCCEF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3" name="!!mjivenbiovungboFreeform 3">
            <a:extLst>
              <a:ext uri="{FF2B5EF4-FFF2-40B4-BE49-F238E27FC236}">
                <a16:creationId xmlns:a16="http://schemas.microsoft.com/office/drawing/2014/main" id="{1F06AE9B-78C2-23C2-8DE8-53A9908A5E88}"/>
              </a:ext>
            </a:extLst>
          </p:cNvPr>
          <p:cNvSpPr/>
          <p:nvPr/>
        </p:nvSpPr>
        <p:spPr>
          <a:xfrm rot="2302339">
            <a:off x="-896904" y="399149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4" name="!!uhvifdhbugbFreeform 3">
            <a:extLst>
              <a:ext uri="{FF2B5EF4-FFF2-40B4-BE49-F238E27FC236}">
                <a16:creationId xmlns:a16="http://schemas.microsoft.com/office/drawing/2014/main" id="{EC4DBE5F-9613-1834-468C-661A223E7FD5}"/>
              </a:ext>
            </a:extLst>
          </p:cNvPr>
          <p:cNvSpPr/>
          <p:nvPr/>
        </p:nvSpPr>
        <p:spPr>
          <a:xfrm>
            <a:off x="-2254088" y="26275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5" name="!!mjivenbiovungboFreeform 3">
            <a:extLst>
              <a:ext uri="{FF2B5EF4-FFF2-40B4-BE49-F238E27FC236}">
                <a16:creationId xmlns:a16="http://schemas.microsoft.com/office/drawing/2014/main" id="{E5072616-611B-EE32-9E02-2F8F5CB57E46}"/>
              </a:ext>
            </a:extLst>
          </p:cNvPr>
          <p:cNvSpPr/>
          <p:nvPr/>
        </p:nvSpPr>
        <p:spPr>
          <a:xfrm rot="18175660">
            <a:off x="-1828529" y="88262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6" name="!!mjivenbiovungboFreeform 3">
            <a:extLst>
              <a:ext uri="{FF2B5EF4-FFF2-40B4-BE49-F238E27FC236}">
                <a16:creationId xmlns:a16="http://schemas.microsoft.com/office/drawing/2014/main" id="{44CD2A9E-2BDE-96F2-5F6D-3DF33A9617A9}"/>
              </a:ext>
            </a:extLst>
          </p:cNvPr>
          <p:cNvSpPr/>
          <p:nvPr/>
        </p:nvSpPr>
        <p:spPr>
          <a:xfrm rot="18175660">
            <a:off x="13842444" y="-1877527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7" name="!!uhvifdhbugbFreeform 3">
            <a:extLst>
              <a:ext uri="{FF2B5EF4-FFF2-40B4-BE49-F238E27FC236}">
                <a16:creationId xmlns:a16="http://schemas.microsoft.com/office/drawing/2014/main" id="{3F875E9A-34EF-DB7F-D55B-A9C99931B674}"/>
              </a:ext>
            </a:extLst>
          </p:cNvPr>
          <p:cNvSpPr/>
          <p:nvPr/>
        </p:nvSpPr>
        <p:spPr>
          <a:xfrm>
            <a:off x="14183422" y="60417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8" name="!!mjivenbiovungboFreeform 3">
            <a:extLst>
              <a:ext uri="{FF2B5EF4-FFF2-40B4-BE49-F238E27FC236}">
                <a16:creationId xmlns:a16="http://schemas.microsoft.com/office/drawing/2014/main" id="{A91C45C8-E345-A1DD-E0CC-298608BBF98A}"/>
              </a:ext>
            </a:extLst>
          </p:cNvPr>
          <p:cNvSpPr/>
          <p:nvPr/>
        </p:nvSpPr>
        <p:spPr>
          <a:xfrm rot="18175660">
            <a:off x="16053510" y="1294335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9" name="!!uhvifdhbugbFreeform 3">
            <a:extLst>
              <a:ext uri="{FF2B5EF4-FFF2-40B4-BE49-F238E27FC236}">
                <a16:creationId xmlns:a16="http://schemas.microsoft.com/office/drawing/2014/main" id="{A31013AF-46B3-F158-1FA7-5EF1B01CE348}"/>
              </a:ext>
            </a:extLst>
          </p:cNvPr>
          <p:cNvSpPr/>
          <p:nvPr/>
        </p:nvSpPr>
        <p:spPr>
          <a:xfrm>
            <a:off x="15377606" y="-37249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50" name="!!uhvifdhbugbFreeform 3">
            <a:extLst>
              <a:ext uri="{FF2B5EF4-FFF2-40B4-BE49-F238E27FC236}">
                <a16:creationId xmlns:a16="http://schemas.microsoft.com/office/drawing/2014/main" id="{2E59E7F2-21DE-5A43-ECEE-A54000BA6D28}"/>
              </a:ext>
            </a:extLst>
          </p:cNvPr>
          <p:cNvSpPr/>
          <p:nvPr/>
        </p:nvSpPr>
        <p:spPr>
          <a:xfrm>
            <a:off x="-1277626" y="2435753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52" name="!!Picture 9">
            <a:extLst>
              <a:ext uri="{FF2B5EF4-FFF2-40B4-BE49-F238E27FC236}">
                <a16:creationId xmlns:a16="http://schemas.microsoft.com/office/drawing/2014/main" id="{898BEFA1-0C8F-7120-A56C-44227CF6C1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684" y="7871179"/>
            <a:ext cx="5562210" cy="185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1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9A772-43D7-1911-A5EC-03DA1A56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jnvfvd nRounded Rectangle 17">
            <a:extLst>
              <a:ext uri="{FF2B5EF4-FFF2-40B4-BE49-F238E27FC236}">
                <a16:creationId xmlns:a16="http://schemas.microsoft.com/office/drawing/2014/main" id="{9945EF1D-46B2-FAA8-0CED-A316F9CB45EC}"/>
              </a:ext>
            </a:extLst>
          </p:cNvPr>
          <p:cNvSpPr/>
          <p:nvPr/>
        </p:nvSpPr>
        <p:spPr>
          <a:xfrm>
            <a:off x="3619500" y="1934829"/>
            <a:ext cx="4953000" cy="818144"/>
          </a:xfrm>
          <a:custGeom>
            <a:avLst/>
            <a:gdLst>
              <a:gd name="csX0" fmla="*/ 0 w 4953000"/>
              <a:gd name="csY0" fmla="*/ 136360 h 818144"/>
              <a:gd name="csX1" fmla="*/ 136360 w 4953000"/>
              <a:gd name="csY1" fmla="*/ 0 h 818144"/>
              <a:gd name="csX2" fmla="*/ 758169 w 4953000"/>
              <a:gd name="csY2" fmla="*/ 0 h 818144"/>
              <a:gd name="csX3" fmla="*/ 1473583 w 4953000"/>
              <a:gd name="csY3" fmla="*/ 0 h 818144"/>
              <a:gd name="csX4" fmla="*/ 2048589 w 4953000"/>
              <a:gd name="csY4" fmla="*/ 0 h 818144"/>
              <a:gd name="csX5" fmla="*/ 2670397 w 4953000"/>
              <a:gd name="csY5" fmla="*/ 0 h 818144"/>
              <a:gd name="csX6" fmla="*/ 3385812 w 4953000"/>
              <a:gd name="csY6" fmla="*/ 0 h 818144"/>
              <a:gd name="csX7" fmla="*/ 3960817 w 4953000"/>
              <a:gd name="csY7" fmla="*/ 0 h 818144"/>
              <a:gd name="csX8" fmla="*/ 4816640 w 4953000"/>
              <a:gd name="csY8" fmla="*/ 0 h 818144"/>
              <a:gd name="csX9" fmla="*/ 4953000 w 4953000"/>
              <a:gd name="csY9" fmla="*/ 136360 h 818144"/>
              <a:gd name="csX10" fmla="*/ 4953000 w 4953000"/>
              <a:gd name="csY10" fmla="*/ 681784 h 818144"/>
              <a:gd name="csX11" fmla="*/ 4816640 w 4953000"/>
              <a:gd name="csY11" fmla="*/ 818144 h 818144"/>
              <a:gd name="csX12" fmla="*/ 4194831 w 4953000"/>
              <a:gd name="csY12" fmla="*/ 818144 h 818144"/>
              <a:gd name="csX13" fmla="*/ 3666628 w 4953000"/>
              <a:gd name="csY13" fmla="*/ 818144 h 818144"/>
              <a:gd name="csX14" fmla="*/ 3138425 w 4953000"/>
              <a:gd name="csY14" fmla="*/ 818144 h 818144"/>
              <a:gd name="csX15" fmla="*/ 2423011 w 4953000"/>
              <a:gd name="csY15" fmla="*/ 818144 h 818144"/>
              <a:gd name="csX16" fmla="*/ 1660794 w 4953000"/>
              <a:gd name="csY16" fmla="*/ 818144 h 818144"/>
              <a:gd name="csX17" fmla="*/ 898577 w 4953000"/>
              <a:gd name="csY17" fmla="*/ 818144 h 818144"/>
              <a:gd name="csX18" fmla="*/ 136360 w 4953000"/>
              <a:gd name="csY18" fmla="*/ 818144 h 818144"/>
              <a:gd name="csX19" fmla="*/ 0 w 4953000"/>
              <a:gd name="csY19" fmla="*/ 681784 h 818144"/>
              <a:gd name="csX20" fmla="*/ 0 w 4953000"/>
              <a:gd name="csY20" fmla="*/ 136360 h 818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953000" h="818144" extrusionOk="0">
                <a:moveTo>
                  <a:pt x="0" y="136360"/>
                </a:moveTo>
                <a:cubicBezTo>
                  <a:pt x="998" y="52526"/>
                  <a:pt x="57221" y="-9161"/>
                  <a:pt x="136360" y="0"/>
                </a:cubicBezTo>
                <a:cubicBezTo>
                  <a:pt x="407685" y="-10237"/>
                  <a:pt x="627330" y="31020"/>
                  <a:pt x="758169" y="0"/>
                </a:cubicBezTo>
                <a:cubicBezTo>
                  <a:pt x="889008" y="-31020"/>
                  <a:pt x="1206960" y="18602"/>
                  <a:pt x="1473583" y="0"/>
                </a:cubicBezTo>
                <a:cubicBezTo>
                  <a:pt x="1740206" y="-18602"/>
                  <a:pt x="1809849" y="-23315"/>
                  <a:pt x="2048589" y="0"/>
                </a:cubicBezTo>
                <a:cubicBezTo>
                  <a:pt x="2287329" y="23315"/>
                  <a:pt x="2450231" y="-17771"/>
                  <a:pt x="2670397" y="0"/>
                </a:cubicBezTo>
                <a:cubicBezTo>
                  <a:pt x="2890563" y="17771"/>
                  <a:pt x="3212981" y="8408"/>
                  <a:pt x="3385812" y="0"/>
                </a:cubicBezTo>
                <a:cubicBezTo>
                  <a:pt x="3558644" y="-8408"/>
                  <a:pt x="3719839" y="-16709"/>
                  <a:pt x="3960817" y="0"/>
                </a:cubicBezTo>
                <a:cubicBezTo>
                  <a:pt x="4201795" y="16709"/>
                  <a:pt x="4402012" y="-22407"/>
                  <a:pt x="4816640" y="0"/>
                </a:cubicBezTo>
                <a:cubicBezTo>
                  <a:pt x="4899714" y="211"/>
                  <a:pt x="4954949" y="58420"/>
                  <a:pt x="4953000" y="136360"/>
                </a:cubicBezTo>
                <a:cubicBezTo>
                  <a:pt x="4975525" y="389341"/>
                  <a:pt x="4966192" y="439988"/>
                  <a:pt x="4953000" y="681784"/>
                </a:cubicBezTo>
                <a:cubicBezTo>
                  <a:pt x="4951514" y="758236"/>
                  <a:pt x="4897111" y="826879"/>
                  <a:pt x="4816640" y="818144"/>
                </a:cubicBezTo>
                <a:cubicBezTo>
                  <a:pt x="4543472" y="801627"/>
                  <a:pt x="4322796" y="831560"/>
                  <a:pt x="4194831" y="818144"/>
                </a:cubicBezTo>
                <a:cubicBezTo>
                  <a:pt x="4066866" y="804728"/>
                  <a:pt x="3863940" y="820508"/>
                  <a:pt x="3666628" y="818144"/>
                </a:cubicBezTo>
                <a:cubicBezTo>
                  <a:pt x="3469316" y="815780"/>
                  <a:pt x="3267380" y="828557"/>
                  <a:pt x="3138425" y="818144"/>
                </a:cubicBezTo>
                <a:cubicBezTo>
                  <a:pt x="3009470" y="807731"/>
                  <a:pt x="2729545" y="821276"/>
                  <a:pt x="2423011" y="818144"/>
                </a:cubicBezTo>
                <a:cubicBezTo>
                  <a:pt x="2116477" y="815012"/>
                  <a:pt x="1817621" y="818026"/>
                  <a:pt x="1660794" y="818144"/>
                </a:cubicBezTo>
                <a:cubicBezTo>
                  <a:pt x="1503967" y="818262"/>
                  <a:pt x="1073684" y="853232"/>
                  <a:pt x="898577" y="818144"/>
                </a:cubicBezTo>
                <a:cubicBezTo>
                  <a:pt x="723470" y="783056"/>
                  <a:pt x="513163" y="843195"/>
                  <a:pt x="136360" y="818144"/>
                </a:cubicBezTo>
                <a:cubicBezTo>
                  <a:pt x="71628" y="832953"/>
                  <a:pt x="-14065" y="766819"/>
                  <a:pt x="0" y="681784"/>
                </a:cubicBezTo>
                <a:cubicBezTo>
                  <a:pt x="12660" y="492306"/>
                  <a:pt x="21042" y="362741"/>
                  <a:pt x="0" y="136360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TextBox 3">
            <a:extLst>
              <a:ext uri="{FF2B5EF4-FFF2-40B4-BE49-F238E27FC236}">
                <a16:creationId xmlns:a16="http://schemas.microsoft.com/office/drawing/2014/main" id="{45AA0835-7B7C-5E6F-EA02-3D9C2EE03D05}"/>
              </a:ext>
            </a:extLst>
          </p:cNvPr>
          <p:cNvSpPr txBox="1"/>
          <p:nvPr/>
        </p:nvSpPr>
        <p:spPr>
          <a:xfrm>
            <a:off x="4742609" y="1910129"/>
            <a:ext cx="27340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04049"/>
                </a:solidFill>
                <a:latin typeface="iCiel Stabile Regular"/>
              </a:rPr>
              <a:t>PHẦN 1: QUẢN TRỊ CẢM XÚC &amp; 4 KIỂU NHÂN VIÊN</a:t>
            </a:r>
          </a:p>
        </p:txBody>
      </p:sp>
      <p:sp>
        <p:nvSpPr>
          <p:cNvPr id="3" name="!!Freeform 26">
            <a:extLst>
              <a:ext uri="{FF2B5EF4-FFF2-40B4-BE49-F238E27FC236}">
                <a16:creationId xmlns:a16="http://schemas.microsoft.com/office/drawing/2014/main" id="{F88399EE-8269-7B37-D5D4-9EDABCA8C3CE}"/>
              </a:ext>
            </a:extLst>
          </p:cNvPr>
          <p:cNvSpPr/>
          <p:nvPr/>
        </p:nvSpPr>
        <p:spPr>
          <a:xfrm>
            <a:off x="-3357301" y="8198412"/>
            <a:ext cx="1777244" cy="651507"/>
          </a:xfrm>
          <a:custGeom>
            <a:avLst/>
            <a:gdLst>
              <a:gd name="csX0" fmla="*/ 103492 w 7170058"/>
              <a:gd name="csY0" fmla="*/ 304800 h 2628420"/>
              <a:gd name="csX1" fmla="*/ 890892 w 7170058"/>
              <a:gd name="csY1" fmla="*/ 0 h 2628420"/>
              <a:gd name="csX2" fmla="*/ 1157592 w 7170058"/>
              <a:gd name="csY2" fmla="*/ 304800 h 2628420"/>
              <a:gd name="csX3" fmla="*/ 1614792 w 7170058"/>
              <a:gd name="csY3" fmla="*/ 457200 h 2628420"/>
              <a:gd name="csX4" fmla="*/ 2160892 w 7170058"/>
              <a:gd name="csY4" fmla="*/ 546100 h 2628420"/>
              <a:gd name="csX5" fmla="*/ 2287892 w 7170058"/>
              <a:gd name="csY5" fmla="*/ 800100 h 2628420"/>
              <a:gd name="csX6" fmla="*/ 3227692 w 7170058"/>
              <a:gd name="csY6" fmla="*/ 749300 h 2628420"/>
              <a:gd name="csX7" fmla="*/ 3811892 w 7170058"/>
              <a:gd name="csY7" fmla="*/ 1168400 h 2628420"/>
              <a:gd name="csX8" fmla="*/ 4383392 w 7170058"/>
              <a:gd name="csY8" fmla="*/ 1079500 h 2628420"/>
              <a:gd name="csX9" fmla="*/ 4688192 w 7170058"/>
              <a:gd name="csY9" fmla="*/ 1079500 h 2628420"/>
              <a:gd name="csX10" fmla="*/ 4865992 w 7170058"/>
              <a:gd name="csY10" fmla="*/ 1231900 h 2628420"/>
              <a:gd name="csX11" fmla="*/ 5589892 w 7170058"/>
              <a:gd name="csY11" fmla="*/ 1270000 h 2628420"/>
              <a:gd name="csX12" fmla="*/ 6059792 w 7170058"/>
              <a:gd name="csY12" fmla="*/ 1371600 h 2628420"/>
              <a:gd name="csX13" fmla="*/ 6440792 w 7170058"/>
              <a:gd name="csY13" fmla="*/ 1498600 h 2628420"/>
              <a:gd name="csX14" fmla="*/ 6948792 w 7170058"/>
              <a:gd name="csY14" fmla="*/ 1663700 h 2628420"/>
              <a:gd name="csX15" fmla="*/ 7063092 w 7170058"/>
              <a:gd name="csY15" fmla="*/ 2171700 h 2628420"/>
              <a:gd name="csX16" fmla="*/ 5424792 w 7170058"/>
              <a:gd name="csY16" fmla="*/ 2425700 h 2628420"/>
              <a:gd name="csX17" fmla="*/ 3684892 w 7170058"/>
              <a:gd name="csY17" fmla="*/ 2489200 h 2628420"/>
              <a:gd name="csX18" fmla="*/ 2122792 w 7170058"/>
              <a:gd name="csY18" fmla="*/ 2616200 h 2628420"/>
              <a:gd name="csX19" fmla="*/ 1322692 w 7170058"/>
              <a:gd name="csY19" fmla="*/ 2616200 h 2628420"/>
              <a:gd name="csX20" fmla="*/ 636892 w 7170058"/>
              <a:gd name="csY20" fmla="*/ 2552700 h 2628420"/>
              <a:gd name="csX21" fmla="*/ 217792 w 7170058"/>
              <a:gd name="csY21" fmla="*/ 2336800 h 2628420"/>
              <a:gd name="csX22" fmla="*/ 14592 w 7170058"/>
              <a:gd name="csY22" fmla="*/ 1790700 h 2628420"/>
              <a:gd name="csX23" fmla="*/ 14592 w 7170058"/>
              <a:gd name="csY23" fmla="*/ 1193800 h 2628420"/>
              <a:gd name="csX24" fmla="*/ 1892 w 7170058"/>
              <a:gd name="csY24" fmla="*/ 889000 h 2628420"/>
              <a:gd name="csX25" fmla="*/ 39992 w 7170058"/>
              <a:gd name="csY25" fmla="*/ 533400 h 2628420"/>
              <a:gd name="csX26" fmla="*/ 103492 w 7170058"/>
              <a:gd name="csY26" fmla="*/ 304800 h 2628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170058" h="2628420">
                <a:moveTo>
                  <a:pt x="103492" y="304800"/>
                </a:moveTo>
                <a:cubicBezTo>
                  <a:pt x="245308" y="215900"/>
                  <a:pt x="715209" y="0"/>
                  <a:pt x="890892" y="0"/>
                </a:cubicBezTo>
                <a:cubicBezTo>
                  <a:pt x="1066575" y="0"/>
                  <a:pt x="1036942" y="228600"/>
                  <a:pt x="1157592" y="304800"/>
                </a:cubicBezTo>
                <a:cubicBezTo>
                  <a:pt x="1278242" y="381000"/>
                  <a:pt x="1447575" y="416983"/>
                  <a:pt x="1614792" y="457200"/>
                </a:cubicBezTo>
                <a:cubicBezTo>
                  <a:pt x="1782009" y="497417"/>
                  <a:pt x="2048709" y="488950"/>
                  <a:pt x="2160892" y="546100"/>
                </a:cubicBezTo>
                <a:cubicBezTo>
                  <a:pt x="2273075" y="603250"/>
                  <a:pt x="2110092" y="766233"/>
                  <a:pt x="2287892" y="800100"/>
                </a:cubicBezTo>
                <a:cubicBezTo>
                  <a:pt x="2465692" y="833967"/>
                  <a:pt x="2973692" y="687917"/>
                  <a:pt x="3227692" y="749300"/>
                </a:cubicBezTo>
                <a:cubicBezTo>
                  <a:pt x="3481692" y="810683"/>
                  <a:pt x="3619275" y="1113367"/>
                  <a:pt x="3811892" y="1168400"/>
                </a:cubicBezTo>
                <a:cubicBezTo>
                  <a:pt x="4004509" y="1223433"/>
                  <a:pt x="4237342" y="1094317"/>
                  <a:pt x="4383392" y="1079500"/>
                </a:cubicBezTo>
                <a:cubicBezTo>
                  <a:pt x="4529442" y="1064683"/>
                  <a:pt x="4607759" y="1054100"/>
                  <a:pt x="4688192" y="1079500"/>
                </a:cubicBezTo>
                <a:cubicBezTo>
                  <a:pt x="4768625" y="1104900"/>
                  <a:pt x="4715709" y="1200150"/>
                  <a:pt x="4865992" y="1231900"/>
                </a:cubicBezTo>
                <a:cubicBezTo>
                  <a:pt x="5016275" y="1263650"/>
                  <a:pt x="5390925" y="1246717"/>
                  <a:pt x="5589892" y="1270000"/>
                </a:cubicBezTo>
                <a:cubicBezTo>
                  <a:pt x="5788859" y="1293283"/>
                  <a:pt x="5917975" y="1333500"/>
                  <a:pt x="6059792" y="1371600"/>
                </a:cubicBezTo>
                <a:cubicBezTo>
                  <a:pt x="6201609" y="1409700"/>
                  <a:pt x="6440792" y="1498600"/>
                  <a:pt x="6440792" y="1498600"/>
                </a:cubicBezTo>
                <a:cubicBezTo>
                  <a:pt x="6588959" y="1547283"/>
                  <a:pt x="6845075" y="1551517"/>
                  <a:pt x="6948792" y="1663700"/>
                </a:cubicBezTo>
                <a:cubicBezTo>
                  <a:pt x="7052509" y="1775883"/>
                  <a:pt x="7317092" y="2044700"/>
                  <a:pt x="7063092" y="2171700"/>
                </a:cubicBezTo>
                <a:cubicBezTo>
                  <a:pt x="6809092" y="2298700"/>
                  <a:pt x="5987825" y="2372783"/>
                  <a:pt x="5424792" y="2425700"/>
                </a:cubicBezTo>
                <a:cubicBezTo>
                  <a:pt x="4861759" y="2478617"/>
                  <a:pt x="4235225" y="2457450"/>
                  <a:pt x="3684892" y="2489200"/>
                </a:cubicBezTo>
                <a:cubicBezTo>
                  <a:pt x="3134559" y="2520950"/>
                  <a:pt x="2516492" y="2595033"/>
                  <a:pt x="2122792" y="2616200"/>
                </a:cubicBezTo>
                <a:cubicBezTo>
                  <a:pt x="1729092" y="2637367"/>
                  <a:pt x="1570342" y="2626783"/>
                  <a:pt x="1322692" y="2616200"/>
                </a:cubicBezTo>
                <a:cubicBezTo>
                  <a:pt x="1075042" y="2605617"/>
                  <a:pt x="821042" y="2599267"/>
                  <a:pt x="636892" y="2552700"/>
                </a:cubicBezTo>
                <a:cubicBezTo>
                  <a:pt x="452742" y="2506133"/>
                  <a:pt x="321509" y="2463800"/>
                  <a:pt x="217792" y="2336800"/>
                </a:cubicBezTo>
                <a:cubicBezTo>
                  <a:pt x="114075" y="2209800"/>
                  <a:pt x="48459" y="1981200"/>
                  <a:pt x="14592" y="1790700"/>
                </a:cubicBezTo>
                <a:cubicBezTo>
                  <a:pt x="-19275" y="1600200"/>
                  <a:pt x="16709" y="1344083"/>
                  <a:pt x="14592" y="1193800"/>
                </a:cubicBezTo>
                <a:cubicBezTo>
                  <a:pt x="12475" y="1043517"/>
                  <a:pt x="-2341" y="999067"/>
                  <a:pt x="1892" y="889000"/>
                </a:cubicBezTo>
                <a:cubicBezTo>
                  <a:pt x="6125" y="778933"/>
                  <a:pt x="20942" y="635000"/>
                  <a:pt x="39992" y="533400"/>
                </a:cubicBezTo>
                <a:cubicBezTo>
                  <a:pt x="59042" y="431800"/>
                  <a:pt x="-38324" y="393700"/>
                  <a:pt x="103492" y="304800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6" name="!!Rounded Rectangle 7">
            <a:extLst>
              <a:ext uri="{FF2B5EF4-FFF2-40B4-BE49-F238E27FC236}">
                <a16:creationId xmlns:a16="http://schemas.microsoft.com/office/drawing/2014/main" id="{D5BBA520-6212-298D-F28F-9CCA00ECF0E2}"/>
              </a:ext>
            </a:extLst>
          </p:cNvPr>
          <p:cNvSpPr/>
          <p:nvPr/>
        </p:nvSpPr>
        <p:spPr>
          <a:xfrm>
            <a:off x="503608" y="10788613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7" name="!!Picture 35">
            <a:extLst>
              <a:ext uri="{FF2B5EF4-FFF2-40B4-BE49-F238E27FC236}">
                <a16:creationId xmlns:a16="http://schemas.microsoft.com/office/drawing/2014/main" id="{8B628532-D3B5-C4E0-8C38-9B2612D0D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009" y="15454656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61821DE2-11BC-D735-D5FC-CBA7F2BECC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28" t="20694" r="19697" b="19617"/>
          <a:stretch>
            <a:fillRect/>
          </a:stretch>
        </p:blipFill>
        <p:spPr>
          <a:xfrm>
            <a:off x="10057116" y="14661155"/>
            <a:ext cx="1367107" cy="1351555"/>
          </a:xfrm>
          <a:prstGeom prst="rect">
            <a:avLst/>
          </a:prstGeom>
        </p:spPr>
      </p:pic>
      <p:sp>
        <p:nvSpPr>
          <p:cNvPr id="39" name="!!TextBox 43">
            <a:extLst>
              <a:ext uri="{FF2B5EF4-FFF2-40B4-BE49-F238E27FC236}">
                <a16:creationId xmlns:a16="http://schemas.microsoft.com/office/drawing/2014/main" id="{5D831B97-BF8A-302D-33BD-71C862FD2A0B}"/>
              </a:ext>
            </a:extLst>
          </p:cNvPr>
          <p:cNvSpPr txBox="1"/>
          <p:nvPr/>
        </p:nvSpPr>
        <p:spPr>
          <a:xfrm>
            <a:off x="2676570" y="16731734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1. KIỂM SOÁT CĂNG THẲNG &amp; XỬ LÝ SỰ CỐ (4 BƯỚC):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Bước 1: Giữ bình tĩnh (hít thở sâu, uống nước, giãn cơ)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Bước 2: Xác thực thông tin khách quan, không vội kết luận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Bước 3: Tìm hiểu nguyên nhân gốc rễ phát sinh vấn đề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Bước 4: Giải quyết thấu đáo, vị tha nhưng cương quyết!</a:t>
            </a:r>
          </a:p>
          <a:p/>
          <a:p>
            <a:r>
              <a:rPr sz="1800">
                <a:solidFill>
                  <a:srgbClr val="404049"/>
                </a:solidFill>
                <a:latin typeface="SVN-Good Dog"/>
              </a:rPr>
              <a:t>2. MA TRẬN 4 KIỂU NHÂN VIÊN (KỸ NĂNG x ĐỘNG LỰC):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Yếu kỹ năng + Cao động lực: Hướng dẫn sát sao, kèm cặp, khen ngợi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Tốt kỹ năng + Cao động lực: Giao việc lớn, trao quyền, đề bạt thăng tiến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Tốt kỹ năng + Thấp động lực: Đối thoại kiên quyết, khích lệ tinh thần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Yếu kỹ năng + Thấp động lực: Giám sát chặt, đào tạo lại, kỷ luật nếu vi phạm</a:t>
            </a:r>
          </a:p>
        </p:txBody>
      </p:sp>
      <p:sp>
        <p:nvSpPr>
          <p:cNvPr id="4" name="!!Freeform 39">
            <a:extLst>
              <a:ext uri="{FF2B5EF4-FFF2-40B4-BE49-F238E27FC236}">
                <a16:creationId xmlns:a16="http://schemas.microsoft.com/office/drawing/2014/main" id="{593C6104-2727-03E9-AA48-93DC34A4E18A}"/>
              </a:ext>
            </a:extLst>
          </p:cNvPr>
          <p:cNvSpPr/>
          <p:nvPr/>
        </p:nvSpPr>
        <p:spPr>
          <a:xfrm>
            <a:off x="-10408894" y="1513378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5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!!Freeform 37">
            <a:extLst>
              <a:ext uri="{FF2B5EF4-FFF2-40B4-BE49-F238E27FC236}">
                <a16:creationId xmlns:a16="http://schemas.microsoft.com/office/drawing/2014/main" id="{BAE8E5F0-BACC-121F-7E42-801D1292A43B}"/>
              </a:ext>
            </a:extLst>
          </p:cNvPr>
          <p:cNvSpPr/>
          <p:nvPr/>
        </p:nvSpPr>
        <p:spPr>
          <a:xfrm>
            <a:off x="-8306683" y="2532207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!!Freeform 36">
            <a:extLst>
              <a:ext uri="{FF2B5EF4-FFF2-40B4-BE49-F238E27FC236}">
                <a16:creationId xmlns:a16="http://schemas.microsoft.com/office/drawing/2014/main" id="{3D0FC333-24EF-BE5C-CD8F-E86831FF93F1}"/>
              </a:ext>
            </a:extLst>
          </p:cNvPr>
          <p:cNvSpPr/>
          <p:nvPr/>
        </p:nvSpPr>
        <p:spPr>
          <a:xfrm>
            <a:off x="-6457203" y="3604946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!!Freeform 35">
            <a:extLst>
              <a:ext uri="{FF2B5EF4-FFF2-40B4-BE49-F238E27FC236}">
                <a16:creationId xmlns:a16="http://schemas.microsoft.com/office/drawing/2014/main" id="{1D2FD05E-69E3-A708-9976-D1A7D4370C6C}"/>
              </a:ext>
            </a:extLst>
          </p:cNvPr>
          <p:cNvSpPr/>
          <p:nvPr/>
        </p:nvSpPr>
        <p:spPr>
          <a:xfrm>
            <a:off x="-5584934" y="4749333"/>
            <a:ext cx="4982762" cy="657664"/>
          </a:xfrm>
          <a:custGeom>
            <a:avLst/>
            <a:gdLst>
              <a:gd name="csX0" fmla="*/ 328832 w 4982762"/>
              <a:gd name="csY0" fmla="*/ 0 h 657664"/>
              <a:gd name="csX1" fmla="*/ 4653930 w 4982762"/>
              <a:gd name="csY1" fmla="*/ 0 h 657664"/>
              <a:gd name="csX2" fmla="*/ 4982762 w 4982762"/>
              <a:gd name="csY2" fmla="*/ 328832 h 657664"/>
              <a:gd name="csX3" fmla="*/ 4982761 w 4982762"/>
              <a:gd name="csY3" fmla="*/ 328832 h 657664"/>
              <a:gd name="csX4" fmla="*/ 4653929 w 4982762"/>
              <a:gd name="csY4" fmla="*/ 657664 h 657664"/>
              <a:gd name="csX5" fmla="*/ 328832 w 4982762"/>
              <a:gd name="csY5" fmla="*/ 657663 h 657664"/>
              <a:gd name="csX6" fmla="*/ 6681 w 4982762"/>
              <a:gd name="csY6" fmla="*/ 395102 h 657664"/>
              <a:gd name="csX7" fmla="*/ 0 w 4982762"/>
              <a:gd name="csY7" fmla="*/ 328832 h 657664"/>
              <a:gd name="csX8" fmla="*/ 6681 w 4982762"/>
              <a:gd name="csY8" fmla="*/ 262561 h 657664"/>
              <a:gd name="csX9" fmla="*/ 328832 w 4982762"/>
              <a:gd name="csY9" fmla="*/ 0 h 657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82762" h="657664">
                <a:moveTo>
                  <a:pt x="328832" y="0"/>
                </a:moveTo>
                <a:lnTo>
                  <a:pt x="4653930" y="0"/>
                </a:lnTo>
                <a:cubicBezTo>
                  <a:pt x="4835539" y="0"/>
                  <a:pt x="4982762" y="147223"/>
                  <a:pt x="4982762" y="328832"/>
                </a:cubicBezTo>
                <a:lnTo>
                  <a:pt x="4982761" y="328832"/>
                </a:lnTo>
                <a:cubicBezTo>
                  <a:pt x="4982761" y="510441"/>
                  <a:pt x="4835538" y="657664"/>
                  <a:pt x="4653929" y="657664"/>
                </a:cubicBezTo>
                <a:lnTo>
                  <a:pt x="328832" y="657663"/>
                </a:lnTo>
                <a:cubicBezTo>
                  <a:pt x="169924" y="657663"/>
                  <a:pt x="37343" y="544946"/>
                  <a:pt x="6681" y="395102"/>
                </a:cubicBezTo>
                <a:lnTo>
                  <a:pt x="0" y="328832"/>
                </a:lnTo>
                <a:lnTo>
                  <a:pt x="6681" y="262561"/>
                </a:lnTo>
                <a:cubicBezTo>
                  <a:pt x="37343" y="112718"/>
                  <a:pt x="169924" y="0"/>
                  <a:pt x="328832" y="0"/>
                </a:cubicBezTo>
                <a:close/>
              </a:path>
            </a:pathLst>
          </a:custGeom>
          <a:solidFill>
            <a:srgbClr val="FFFD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9" name="!!Picture 23">
            <a:extLst>
              <a:ext uri="{FF2B5EF4-FFF2-40B4-BE49-F238E27FC236}">
                <a16:creationId xmlns:a16="http://schemas.microsoft.com/office/drawing/2014/main" id="{20FA0C4D-78C0-5429-E13C-831CD18C53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21" t="10424" r="8183" b="8537"/>
          <a:stretch>
            <a:fillRect/>
          </a:stretch>
        </p:blipFill>
        <p:spPr>
          <a:xfrm>
            <a:off x="-6328401" y="929940"/>
            <a:ext cx="1414949" cy="1407005"/>
          </a:xfrm>
          <a:prstGeom prst="rect">
            <a:avLst/>
          </a:prstGeom>
        </p:spPr>
      </p:pic>
      <p:pic>
        <p:nvPicPr>
          <p:cNvPr id="10" name="!!Picture 30">
            <a:extLst>
              <a:ext uri="{FF2B5EF4-FFF2-40B4-BE49-F238E27FC236}">
                <a16:creationId xmlns:a16="http://schemas.microsoft.com/office/drawing/2014/main" id="{B19B5E24-57D9-ED41-1D11-FE90146D3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64098" y="4359051"/>
            <a:ext cx="1264098" cy="1264098"/>
          </a:xfrm>
          <a:prstGeom prst="rect">
            <a:avLst/>
          </a:prstGeom>
        </p:spPr>
      </p:pic>
      <p:pic>
        <p:nvPicPr>
          <p:cNvPr id="13" name="!!Picture 32">
            <a:extLst>
              <a:ext uri="{FF2B5EF4-FFF2-40B4-BE49-F238E27FC236}">
                <a16:creationId xmlns:a16="http://schemas.microsoft.com/office/drawing/2014/main" id="{715D9D79-B2AB-8E37-D188-6CAE69998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61790" y="2842322"/>
            <a:ext cx="1591656" cy="1591656"/>
          </a:xfrm>
          <a:prstGeom prst="rect">
            <a:avLst/>
          </a:prstGeom>
        </p:spPr>
      </p:pic>
      <p:sp>
        <p:nvSpPr>
          <p:cNvPr id="15" name="!!TextBo sácdc sd sd x 5cdscsdc dc sdc">
            <a:extLst>
              <a:ext uri="{FF2B5EF4-FFF2-40B4-BE49-F238E27FC236}">
                <a16:creationId xmlns:a16="http://schemas.microsoft.com/office/drawing/2014/main" id="{D0526BDE-91BB-7EB0-DD9D-F693F5E4D45F}"/>
              </a:ext>
            </a:extLst>
          </p:cNvPr>
          <p:cNvSpPr txBox="1"/>
          <p:nvPr/>
        </p:nvSpPr>
        <p:spPr>
          <a:xfrm>
            <a:off x="-5012890" y="4643742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Khai vấn Coaching</a:t>
            </a:r>
          </a:p>
        </p:txBody>
      </p:sp>
      <p:sp>
        <p:nvSpPr>
          <p:cNvPr id="26" name="!!TextBo sd sd x 5cdscsdc dc sdc">
            <a:extLst>
              <a:ext uri="{FF2B5EF4-FFF2-40B4-BE49-F238E27FC236}">
                <a16:creationId xmlns:a16="http://schemas.microsoft.com/office/drawing/2014/main" id="{9E2BEA9D-0F4F-C5C2-35E9-6711A2EA1191}"/>
              </a:ext>
            </a:extLst>
          </p:cNvPr>
          <p:cNvSpPr txBox="1"/>
          <p:nvPr/>
        </p:nvSpPr>
        <p:spPr>
          <a:xfrm>
            <a:off x="-5885159" y="3488944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L.A.C.E &amp; Sandwich</a:t>
            </a:r>
          </a:p>
        </p:txBody>
      </p:sp>
      <p:sp>
        <p:nvSpPr>
          <p:cNvPr id="31" name="!!TextBox 5cdscsdc dc sdc">
            <a:extLst>
              <a:ext uri="{FF2B5EF4-FFF2-40B4-BE49-F238E27FC236}">
                <a16:creationId xmlns:a16="http://schemas.microsoft.com/office/drawing/2014/main" id="{556CB7A5-F489-E612-64BA-D685456BBEF6}"/>
              </a:ext>
            </a:extLst>
          </p:cNvPr>
          <p:cNvSpPr txBox="1"/>
          <p:nvPr/>
        </p:nvSpPr>
        <p:spPr>
          <a:xfrm>
            <a:off x="-7734639" y="2450070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Giao tiếp 3V &amp; 7C</a:t>
            </a:r>
          </a:p>
        </p:txBody>
      </p:sp>
      <p:sp>
        <p:nvSpPr>
          <p:cNvPr id="32" name="!!TextBox 5cdscsdc">
            <a:extLst>
              <a:ext uri="{FF2B5EF4-FFF2-40B4-BE49-F238E27FC236}">
                <a16:creationId xmlns:a16="http://schemas.microsoft.com/office/drawing/2014/main" id="{74AE5025-A1CF-D4C2-6034-F70B956322F1}"/>
              </a:ext>
            </a:extLst>
          </p:cNvPr>
          <p:cNvSpPr txBox="1"/>
          <p:nvPr/>
        </p:nvSpPr>
        <p:spPr>
          <a:xfrm>
            <a:off x="-9836850" y="1394389"/>
            <a:ext cx="3482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Cảm xúc &amp; Nhân viên</a:t>
            </a:r>
          </a:p>
        </p:txBody>
      </p:sp>
      <p:pic>
        <p:nvPicPr>
          <p:cNvPr id="33" name="!!Picture 25">
            <a:extLst>
              <a:ext uri="{FF2B5EF4-FFF2-40B4-BE49-F238E27FC236}">
                <a16:creationId xmlns:a16="http://schemas.microsoft.com/office/drawing/2014/main" id="{064871F6-A48F-18D2-7D98-704A57F6AC6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03" t="4819" r="6041" b="20249"/>
          <a:stretch>
            <a:fillRect/>
          </a:stretch>
        </p:blipFill>
        <p:spPr>
          <a:xfrm>
            <a:off x="-3964731" y="2263497"/>
            <a:ext cx="1264098" cy="1055330"/>
          </a:xfrm>
          <a:prstGeom prst="rect">
            <a:avLst/>
          </a:prstGeom>
        </p:spPr>
      </p:pic>
      <p:sp>
        <p:nvSpPr>
          <p:cNvPr id="2" name="!!Freeform 15">
            <a:extLst>
              <a:ext uri="{FF2B5EF4-FFF2-40B4-BE49-F238E27FC236}">
                <a16:creationId xmlns:a16="http://schemas.microsoft.com/office/drawing/2014/main" id="{27F88680-BC02-A624-D97E-1794C32B08AA}"/>
              </a:ext>
            </a:extLst>
          </p:cNvPr>
          <p:cNvSpPr/>
          <p:nvPr/>
        </p:nvSpPr>
        <p:spPr>
          <a:xfrm>
            <a:off x="-951368" y="-665191"/>
            <a:ext cx="1777244" cy="1006721"/>
          </a:xfrm>
          <a:custGeom>
            <a:avLst/>
            <a:gdLst>
              <a:gd name="csX0" fmla="*/ 187718 w 3827631"/>
              <a:gd name="csY0" fmla="*/ 2164569 h 2168164"/>
              <a:gd name="csX1" fmla="*/ 1572018 w 3827631"/>
              <a:gd name="csY1" fmla="*/ 1923269 h 2168164"/>
              <a:gd name="csX2" fmla="*/ 1622818 w 3827631"/>
              <a:gd name="csY2" fmla="*/ 1237469 h 2168164"/>
              <a:gd name="csX3" fmla="*/ 2638818 w 3827631"/>
              <a:gd name="csY3" fmla="*/ 1212069 h 2168164"/>
              <a:gd name="csX4" fmla="*/ 3007118 w 3827631"/>
              <a:gd name="csY4" fmla="*/ 907269 h 2168164"/>
              <a:gd name="csX5" fmla="*/ 3819918 w 3827631"/>
              <a:gd name="csY5" fmla="*/ 526269 h 2168164"/>
              <a:gd name="csX6" fmla="*/ 2473718 w 3827631"/>
              <a:gd name="csY6" fmla="*/ 5569 h 2168164"/>
              <a:gd name="csX7" fmla="*/ 543318 w 3827631"/>
              <a:gd name="csY7" fmla="*/ 284969 h 2168164"/>
              <a:gd name="csX8" fmla="*/ 73418 w 3827631"/>
              <a:gd name="csY8" fmla="*/ 805669 h 2168164"/>
              <a:gd name="csX9" fmla="*/ 9918 w 3827631"/>
              <a:gd name="csY9" fmla="*/ 1770869 h 2168164"/>
              <a:gd name="csX10" fmla="*/ 187718 w 3827631"/>
              <a:gd name="csY10" fmla="*/ 2164569 h 2168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827631" h="2168164">
                <a:moveTo>
                  <a:pt x="187718" y="2164569"/>
                </a:moveTo>
                <a:cubicBezTo>
                  <a:pt x="448068" y="2189969"/>
                  <a:pt x="1332835" y="2077786"/>
                  <a:pt x="1572018" y="1923269"/>
                </a:cubicBezTo>
                <a:cubicBezTo>
                  <a:pt x="1811201" y="1768752"/>
                  <a:pt x="1445018" y="1356002"/>
                  <a:pt x="1622818" y="1237469"/>
                </a:cubicBezTo>
                <a:cubicBezTo>
                  <a:pt x="1800618" y="1118936"/>
                  <a:pt x="2408101" y="1267102"/>
                  <a:pt x="2638818" y="1212069"/>
                </a:cubicBezTo>
                <a:cubicBezTo>
                  <a:pt x="2869535" y="1157036"/>
                  <a:pt x="2810268" y="1021569"/>
                  <a:pt x="3007118" y="907269"/>
                </a:cubicBezTo>
                <a:cubicBezTo>
                  <a:pt x="3203968" y="792969"/>
                  <a:pt x="3908818" y="676552"/>
                  <a:pt x="3819918" y="526269"/>
                </a:cubicBezTo>
                <a:cubicBezTo>
                  <a:pt x="3731018" y="375986"/>
                  <a:pt x="3019818" y="45786"/>
                  <a:pt x="2473718" y="5569"/>
                </a:cubicBezTo>
                <a:cubicBezTo>
                  <a:pt x="1927618" y="-34648"/>
                  <a:pt x="943368" y="151619"/>
                  <a:pt x="543318" y="284969"/>
                </a:cubicBezTo>
                <a:cubicBezTo>
                  <a:pt x="143268" y="418319"/>
                  <a:pt x="162318" y="558019"/>
                  <a:pt x="73418" y="805669"/>
                </a:cubicBezTo>
                <a:cubicBezTo>
                  <a:pt x="-15482" y="1053319"/>
                  <a:pt x="-4899" y="1546502"/>
                  <a:pt x="9918" y="1770869"/>
                </a:cubicBezTo>
                <a:cubicBezTo>
                  <a:pt x="24735" y="1995236"/>
                  <a:pt x="-72632" y="2139169"/>
                  <a:pt x="187718" y="2164569"/>
                </a:cubicBezTo>
                <a:close/>
              </a:path>
            </a:pathLst>
          </a:custGeom>
          <a:solidFill>
            <a:srgbClr val="D6E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nuhvreinvRcsvounded Rectangle 43">
            <a:extLst>
              <a:ext uri="{FF2B5EF4-FFF2-40B4-BE49-F238E27FC236}">
                <a16:creationId xmlns:a16="http://schemas.microsoft.com/office/drawing/2014/main" id="{D1403FAC-071E-60A3-71B0-BDEABE31B37F}"/>
              </a:ext>
            </a:extLst>
          </p:cNvPr>
          <p:cNvSpPr/>
          <p:nvPr/>
        </p:nvSpPr>
        <p:spPr>
          <a:xfrm>
            <a:off x="2409450" y="-3143696"/>
            <a:ext cx="3686550" cy="549194"/>
          </a:xfrm>
          <a:prstGeom prst="roundRect">
            <a:avLst>
              <a:gd name="adj" fmla="val 50000"/>
            </a:avLst>
          </a:prstGeom>
          <a:solidFill>
            <a:srgbClr val="FEA9B6"/>
          </a:solidFill>
          <a:ln>
            <a:solidFill>
              <a:srgbClr val="4040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800">
                <a:latin typeface="iCiel Stabile Regular" panose="02000503000000000000" pitchFamily="2" charset="77"/>
              </a:rPr>
              <a:t>NỘI DUNG THUYẾT TRÌNH</a:t>
            </a:r>
          </a:p>
        </p:txBody>
      </p:sp>
      <p:sp>
        <p:nvSpPr>
          <p:cNvPr id="35" name="!!Oval 4">
            <a:extLst>
              <a:ext uri="{FF2B5EF4-FFF2-40B4-BE49-F238E27FC236}">
                <a16:creationId xmlns:a16="http://schemas.microsoft.com/office/drawing/2014/main" id="{C3F63FE8-328A-DCCA-E1DF-0F5BCA6C69D7}"/>
              </a:ext>
            </a:extLst>
          </p:cNvPr>
          <p:cNvSpPr/>
          <p:nvPr/>
        </p:nvSpPr>
        <p:spPr>
          <a:xfrm rot="20347250">
            <a:off x="14219304" y="-558945"/>
            <a:ext cx="7930311" cy="7930311"/>
          </a:xfrm>
          <a:prstGeom prst="ellipse">
            <a:avLst/>
          </a:prstGeom>
          <a:solidFill>
            <a:srgbClr val="FFE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!!Oval 14">
            <a:extLst>
              <a:ext uri="{FF2B5EF4-FFF2-40B4-BE49-F238E27FC236}">
                <a16:creationId xmlns:a16="http://schemas.microsoft.com/office/drawing/2014/main" id="{8A7C06D1-23FC-3C57-02DC-C5653226465B}"/>
              </a:ext>
            </a:extLst>
          </p:cNvPr>
          <p:cNvSpPr/>
          <p:nvPr/>
        </p:nvSpPr>
        <p:spPr>
          <a:xfrm rot="20303931">
            <a:off x="14611878" y="62324"/>
            <a:ext cx="7930311" cy="7930311"/>
          </a:xfrm>
          <a:custGeom>
            <a:avLst/>
            <a:gdLst>
              <a:gd name="csX0" fmla="*/ 0 w 7930311"/>
              <a:gd name="csY0" fmla="*/ 3965156 h 7930311"/>
              <a:gd name="csX1" fmla="*/ 3965156 w 7930311"/>
              <a:gd name="csY1" fmla="*/ 0 h 7930311"/>
              <a:gd name="csX2" fmla="*/ 7930312 w 7930311"/>
              <a:gd name="csY2" fmla="*/ 3965156 h 7930311"/>
              <a:gd name="csX3" fmla="*/ 3965156 w 7930311"/>
              <a:gd name="csY3" fmla="*/ 7930312 h 7930311"/>
              <a:gd name="csX4" fmla="*/ 0 w 7930311"/>
              <a:gd name="csY4" fmla="*/ 3965156 h 79303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0311" h="7930311" extrusionOk="0">
                <a:moveTo>
                  <a:pt x="0" y="3965156"/>
                </a:moveTo>
                <a:cubicBezTo>
                  <a:pt x="14228" y="1662098"/>
                  <a:pt x="1685781" y="101618"/>
                  <a:pt x="3965156" y="0"/>
                </a:cubicBezTo>
                <a:cubicBezTo>
                  <a:pt x="6193988" y="125268"/>
                  <a:pt x="8131211" y="2104013"/>
                  <a:pt x="7930312" y="3965156"/>
                </a:cubicBezTo>
                <a:cubicBezTo>
                  <a:pt x="7945324" y="6216751"/>
                  <a:pt x="6150103" y="7567992"/>
                  <a:pt x="3965156" y="7930312"/>
                </a:cubicBezTo>
                <a:cubicBezTo>
                  <a:pt x="1954101" y="7646813"/>
                  <a:pt x="285844" y="6568835"/>
                  <a:pt x="0" y="3965156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58739955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cưcvfvFreeform 7">
            <a:extLst>
              <a:ext uri="{FF2B5EF4-FFF2-40B4-BE49-F238E27FC236}">
                <a16:creationId xmlns:a16="http://schemas.microsoft.com/office/drawing/2014/main" id="{AC9BC41F-3422-3D9D-BA93-8D652F1A3DF6}"/>
              </a:ext>
            </a:extLst>
          </p:cNvPr>
          <p:cNvSpPr/>
          <p:nvPr/>
        </p:nvSpPr>
        <p:spPr>
          <a:xfrm>
            <a:off x="15026060" y="1515167"/>
            <a:ext cx="5657918" cy="3867717"/>
          </a:xfrm>
          <a:custGeom>
            <a:avLst/>
            <a:gdLst/>
            <a:ahLst/>
            <a:cxnLst/>
            <a:rect l="l" t="t" r="r" b="b"/>
            <a:pathLst>
              <a:path w="9029047" h="6172200">
                <a:moveTo>
                  <a:pt x="0" y="0"/>
                </a:moveTo>
                <a:lnTo>
                  <a:pt x="9029046" y="0"/>
                </a:lnTo>
                <a:lnTo>
                  <a:pt x="9029046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794D6D45-E7FB-B77F-ADF2-A42A721D8AFE}"/>
              </a:ext>
            </a:extLst>
          </p:cNvPr>
          <p:cNvSpPr/>
          <p:nvPr/>
        </p:nvSpPr>
        <p:spPr>
          <a:xfrm>
            <a:off x="-851153" y="-1413025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484E8D96-DDDB-7490-64A6-B6F515614D57}"/>
              </a:ext>
            </a:extLst>
          </p:cNvPr>
          <p:cNvSpPr/>
          <p:nvPr/>
        </p:nvSpPr>
        <p:spPr>
          <a:xfrm>
            <a:off x="-851153" y="-1765118"/>
            <a:ext cx="13730432" cy="321258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F4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1BA89C16-731A-0E19-4A1F-DF902517DC3A}"/>
              </a:ext>
            </a:extLst>
          </p:cNvPr>
          <p:cNvSpPr/>
          <p:nvPr/>
        </p:nvSpPr>
        <p:spPr>
          <a:xfrm>
            <a:off x="-797478" y="2888244"/>
            <a:ext cx="3667752" cy="485828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E4A85766-C677-17F1-A4FE-CC9FDD576505}"/>
              </a:ext>
            </a:extLst>
          </p:cNvPr>
          <p:cNvSpPr/>
          <p:nvPr/>
        </p:nvSpPr>
        <p:spPr>
          <a:xfrm flipH="1">
            <a:off x="9724100" y="2888244"/>
            <a:ext cx="3160351" cy="485828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09DFE2B3-B931-FD90-D859-E0AEB0DB2733}"/>
              </a:ext>
            </a:extLst>
          </p:cNvPr>
          <p:cNvSpPr/>
          <p:nvPr/>
        </p:nvSpPr>
        <p:spPr>
          <a:xfrm>
            <a:off x="979766" y="3240337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9CCCEF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mjivenbiovungboFreeform 3">
            <a:extLst>
              <a:ext uri="{FF2B5EF4-FFF2-40B4-BE49-F238E27FC236}">
                <a16:creationId xmlns:a16="http://schemas.microsoft.com/office/drawing/2014/main" id="{7DC409D2-FABA-624D-E589-7044F51E1F39}"/>
              </a:ext>
            </a:extLst>
          </p:cNvPr>
          <p:cNvSpPr/>
          <p:nvPr/>
        </p:nvSpPr>
        <p:spPr>
          <a:xfrm rot="2302339">
            <a:off x="2647859" y="2728720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0" name="!!uhvifdhbugbFreeform 3">
            <a:extLst>
              <a:ext uri="{FF2B5EF4-FFF2-40B4-BE49-F238E27FC236}">
                <a16:creationId xmlns:a16="http://schemas.microsoft.com/office/drawing/2014/main" id="{2EC0FA47-DCC5-7E22-1378-1D1406FCC2E3}"/>
              </a:ext>
            </a:extLst>
          </p:cNvPr>
          <p:cNvSpPr/>
          <p:nvPr/>
        </p:nvSpPr>
        <p:spPr>
          <a:xfrm>
            <a:off x="2203847" y="263468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1" name="!!mjivenbiovungboFreeform 3">
            <a:extLst>
              <a:ext uri="{FF2B5EF4-FFF2-40B4-BE49-F238E27FC236}">
                <a16:creationId xmlns:a16="http://schemas.microsoft.com/office/drawing/2014/main" id="{50BB9D9C-0220-6F41-EAE8-499BDC1F2802}"/>
              </a:ext>
            </a:extLst>
          </p:cNvPr>
          <p:cNvSpPr/>
          <p:nvPr/>
        </p:nvSpPr>
        <p:spPr>
          <a:xfrm rot="18175660">
            <a:off x="2488718" y="1879389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2" name="!!mjivenbiovungboFreeform 3">
            <a:extLst>
              <a:ext uri="{FF2B5EF4-FFF2-40B4-BE49-F238E27FC236}">
                <a16:creationId xmlns:a16="http://schemas.microsoft.com/office/drawing/2014/main" id="{F86BF665-AA9F-0A2E-26EF-206299AF7BC2}"/>
              </a:ext>
            </a:extLst>
          </p:cNvPr>
          <p:cNvSpPr/>
          <p:nvPr/>
        </p:nvSpPr>
        <p:spPr>
          <a:xfrm rot="18175660">
            <a:off x="9197292" y="2200434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3" name="!!uhvifdhbugbFreeform 3">
            <a:extLst>
              <a:ext uri="{FF2B5EF4-FFF2-40B4-BE49-F238E27FC236}">
                <a16:creationId xmlns:a16="http://schemas.microsoft.com/office/drawing/2014/main" id="{5E079216-10EB-5EBE-4DBD-2DAD35A8EA8C}"/>
              </a:ext>
            </a:extLst>
          </p:cNvPr>
          <p:cNvSpPr/>
          <p:nvPr/>
        </p:nvSpPr>
        <p:spPr>
          <a:xfrm>
            <a:off x="9054231" y="256179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4" name="!!mjivenbiovungboFreeform 3">
            <a:extLst>
              <a:ext uri="{FF2B5EF4-FFF2-40B4-BE49-F238E27FC236}">
                <a16:creationId xmlns:a16="http://schemas.microsoft.com/office/drawing/2014/main" id="{8B78A05D-C23A-E998-8579-EBC6BFD9B6A9}"/>
              </a:ext>
            </a:extLst>
          </p:cNvPr>
          <p:cNvSpPr/>
          <p:nvPr/>
        </p:nvSpPr>
        <p:spPr>
          <a:xfrm rot="18175660">
            <a:off x="9446117" y="2731978"/>
            <a:ext cx="457200" cy="414474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64909" t="-567439" r="-204231" b="-84091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5" name="!!uhvifdhbugbFreeform 3">
            <a:extLst>
              <a:ext uri="{FF2B5EF4-FFF2-40B4-BE49-F238E27FC236}">
                <a16:creationId xmlns:a16="http://schemas.microsoft.com/office/drawing/2014/main" id="{8FF7FAD4-F7A0-62BE-3BF8-7DE6AD3A0C77}"/>
              </a:ext>
            </a:extLst>
          </p:cNvPr>
          <p:cNvSpPr/>
          <p:nvPr/>
        </p:nvSpPr>
        <p:spPr>
          <a:xfrm>
            <a:off x="9763984" y="2103144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!!uhvifdhbugbFreeform 3">
            <a:extLst>
              <a:ext uri="{FF2B5EF4-FFF2-40B4-BE49-F238E27FC236}">
                <a16:creationId xmlns:a16="http://schemas.microsoft.com/office/drawing/2014/main" id="{D51836BB-43A1-3C72-62A0-880653AE42A8}"/>
              </a:ext>
            </a:extLst>
          </p:cNvPr>
          <p:cNvSpPr/>
          <p:nvPr/>
        </p:nvSpPr>
        <p:spPr>
          <a:xfrm>
            <a:off x="2908782" y="2229118"/>
            <a:ext cx="371661" cy="414473"/>
          </a:xfrm>
          <a:custGeom>
            <a:avLst/>
            <a:gdLst/>
            <a:ahLst/>
            <a:cxnLst/>
            <a:rect l="l" t="t" r="r" b="b"/>
            <a:pathLst>
              <a:path w="1288583" h="1500514">
                <a:moveTo>
                  <a:pt x="0" y="0"/>
                </a:moveTo>
                <a:lnTo>
                  <a:pt x="1288583" y="0"/>
                </a:lnTo>
                <a:lnTo>
                  <a:pt x="1288583" y="1500514"/>
                </a:lnTo>
                <a:lnTo>
                  <a:pt x="0" y="1500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25077" t="-476181" r="-251236" b="-932177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3AF860D4-1620-BE1A-A3E2-46D521C962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579" y="3256030"/>
            <a:ext cx="11524842" cy="384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92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67CB4-15E5-E413-B36C-A176AD1C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Rounded Rectangle 7">
            <a:extLst>
              <a:ext uri="{FF2B5EF4-FFF2-40B4-BE49-F238E27FC236}">
                <a16:creationId xmlns:a16="http://schemas.microsoft.com/office/drawing/2014/main" id="{E5CEC837-7A1F-D9CF-0214-35272ADAF705}"/>
              </a:ext>
            </a:extLst>
          </p:cNvPr>
          <p:cNvSpPr/>
          <p:nvPr/>
        </p:nvSpPr>
        <p:spPr>
          <a:xfrm>
            <a:off x="503608" y="1882340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6" name="!!Picture 35">
            <a:extLst>
              <a:ext uri="{FF2B5EF4-FFF2-40B4-BE49-F238E27FC236}">
                <a16:creationId xmlns:a16="http://schemas.microsoft.com/office/drawing/2014/main" id="{F0079B78-8D51-11BA-3EA6-76A27ED16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1" y="2113421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CAFE9A2F-AB46-6415-9D90-E6B9B0FDA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28" t="20694" r="19697" b="19617"/>
          <a:stretch>
            <a:fillRect/>
          </a:stretch>
        </p:blipFill>
        <p:spPr>
          <a:xfrm>
            <a:off x="10057116" y="732625"/>
            <a:ext cx="1367107" cy="1351555"/>
          </a:xfrm>
          <a:prstGeom prst="rect">
            <a:avLst/>
          </a:prstGeom>
        </p:spPr>
      </p:pic>
      <p:sp>
        <p:nvSpPr>
          <p:cNvPr id="44" name="!!TextBox 43">
            <a:extLst>
              <a:ext uri="{FF2B5EF4-FFF2-40B4-BE49-F238E27FC236}">
                <a16:creationId xmlns:a16="http://schemas.microsoft.com/office/drawing/2014/main" id="{31201283-A2EA-267E-1553-A9CD84BA5FA4}"/>
              </a:ext>
            </a:extLst>
          </p:cNvPr>
          <p:cNvSpPr txBox="1"/>
          <p:nvPr/>
        </p:nvSpPr>
        <p:spPr>
          <a:xfrm>
            <a:off x="2676570" y="3852955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1. NGUYÊN TẮC 3V TRUYỀN TẢI THÔNG ĐIỆP HIỆU QUẢ: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55% Visual: Ngôn ngữ hình thể, cử chỉ, nét mặt, ánh mắt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38% Vocal: Giọng điệu, cao độ, âm sắc, tốc độ nói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07% Verbal: Ý nghĩa của từ ngữ và câu chữ phát ra</a:t>
            </a:r>
          </a:p>
          <a:p/>
          <a:p>
            <a:r>
              <a:rPr sz="1800">
                <a:solidFill>
                  <a:srgbClr val="404049"/>
                </a:solidFill>
                <a:latin typeface="SVN-Good Dog"/>
              </a:rPr>
              <a:t>2. LOẠI BỎ TỪ NGỮ TIÊU CỰC NƠI LÀM VIỆC: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Thay 'Tôi không thể' bằng 'Tôi có thể'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Thay 'Tôi không có thời gian' bằng 'Tôi sẽ sắp xếp thời gian'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Thay 'Giá như...' bằng 'Tôi chắc chắn...'</a:t>
            </a:r>
          </a:p>
          <a:p/>
          <a:p>
            <a:r>
              <a:rPr sz="1800">
                <a:solidFill>
                  <a:srgbClr val="404049"/>
                </a:solidFill>
                <a:latin typeface="SVN-Good Dog"/>
              </a:rPr>
              <a:t>3. TIÊU CHUẨN 7C &amp; 8 ĐIỀU CẤM KỴ CỦA QUẢN LÝ BITI'S: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7C: Mạch lạc, Hoàn chỉnh, Lịch sự, Rõ ràng, Chính xác, Cụ thể, Ngắn gọn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   • Không độc đoán, không nhăn nhó cáu gắt, không phân biệt đối xử, không đổ lỗi!</a:t>
            </a:r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A6506314-E6BA-8C8D-6768-41BD864E1DC9}"/>
              </a:ext>
            </a:extLst>
          </p:cNvPr>
          <p:cNvSpPr/>
          <p:nvPr/>
        </p:nvSpPr>
        <p:spPr>
          <a:xfrm>
            <a:off x="-268941" y="-1126801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2655BC73-E373-4CD2-8FE9-4F3E7332AE83}"/>
              </a:ext>
            </a:extLst>
          </p:cNvPr>
          <p:cNvSpPr/>
          <p:nvPr/>
        </p:nvSpPr>
        <p:spPr>
          <a:xfrm>
            <a:off x="-268941" y="-1478894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E08E4760-1C30-E399-3AE6-09C2398239F4}"/>
              </a:ext>
            </a:extLst>
          </p:cNvPr>
          <p:cNvSpPr/>
          <p:nvPr/>
        </p:nvSpPr>
        <p:spPr>
          <a:xfrm>
            <a:off x="-797478" y="4374646"/>
            <a:ext cx="2545596" cy="3371883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9F4A78FF-9636-8AAA-DE33-F4357A750E2B}"/>
              </a:ext>
            </a:extLst>
          </p:cNvPr>
          <p:cNvSpPr/>
          <p:nvPr/>
        </p:nvSpPr>
        <p:spPr>
          <a:xfrm flipH="1">
            <a:off x="10452004" y="4007224"/>
            <a:ext cx="2432446" cy="373930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FD86D248-96E6-2990-7CF8-833FAECE2CDE}"/>
              </a:ext>
            </a:extLst>
          </p:cNvPr>
          <p:cNvSpPr/>
          <p:nvPr/>
        </p:nvSpPr>
        <p:spPr>
          <a:xfrm>
            <a:off x="979766" y="5358300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E2EFFB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jnvfvd nRounded Rectangle 17">
            <a:extLst>
              <a:ext uri="{FF2B5EF4-FFF2-40B4-BE49-F238E27FC236}">
                <a16:creationId xmlns:a16="http://schemas.microsoft.com/office/drawing/2014/main" id="{243CC868-ECEB-5966-B066-B4BBBE725893}"/>
              </a:ext>
            </a:extLst>
          </p:cNvPr>
          <p:cNvSpPr/>
          <p:nvPr/>
        </p:nvSpPr>
        <p:spPr>
          <a:xfrm>
            <a:off x="5082987" y="921713"/>
            <a:ext cx="1929953" cy="802470"/>
          </a:xfrm>
          <a:custGeom>
            <a:avLst/>
            <a:gdLst>
              <a:gd name="csX0" fmla="*/ 0 w 1929953"/>
              <a:gd name="csY0" fmla="*/ 133748 h 802470"/>
              <a:gd name="csX1" fmla="*/ 133748 w 1929953"/>
              <a:gd name="csY1" fmla="*/ 0 h 802470"/>
              <a:gd name="csX2" fmla="*/ 671276 w 1929953"/>
              <a:gd name="csY2" fmla="*/ 0 h 802470"/>
              <a:gd name="csX3" fmla="*/ 1242053 w 1929953"/>
              <a:gd name="csY3" fmla="*/ 0 h 802470"/>
              <a:gd name="csX4" fmla="*/ 1796205 w 1929953"/>
              <a:gd name="csY4" fmla="*/ 0 h 802470"/>
              <a:gd name="csX5" fmla="*/ 1929953 w 1929953"/>
              <a:gd name="csY5" fmla="*/ 133748 h 802470"/>
              <a:gd name="csX6" fmla="*/ 1929953 w 1929953"/>
              <a:gd name="csY6" fmla="*/ 668722 h 802470"/>
              <a:gd name="csX7" fmla="*/ 1796205 w 1929953"/>
              <a:gd name="csY7" fmla="*/ 802470 h 802470"/>
              <a:gd name="csX8" fmla="*/ 1225428 w 1929953"/>
              <a:gd name="csY8" fmla="*/ 802470 h 802470"/>
              <a:gd name="csX9" fmla="*/ 704525 w 1929953"/>
              <a:gd name="csY9" fmla="*/ 802470 h 802470"/>
              <a:gd name="csX10" fmla="*/ 133748 w 1929953"/>
              <a:gd name="csY10" fmla="*/ 802470 h 802470"/>
              <a:gd name="csX11" fmla="*/ 0 w 1929953"/>
              <a:gd name="csY11" fmla="*/ 668722 h 802470"/>
              <a:gd name="csX12" fmla="*/ 0 w 1929953"/>
              <a:gd name="csY12" fmla="*/ 133748 h 8024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29953" h="802470" extrusionOk="0">
                <a:moveTo>
                  <a:pt x="0" y="133748"/>
                </a:moveTo>
                <a:cubicBezTo>
                  <a:pt x="752" y="53462"/>
                  <a:pt x="55562" y="-10332"/>
                  <a:pt x="133748" y="0"/>
                </a:cubicBezTo>
                <a:cubicBezTo>
                  <a:pt x="400073" y="12864"/>
                  <a:pt x="456834" y="-13128"/>
                  <a:pt x="671276" y="0"/>
                </a:cubicBezTo>
                <a:cubicBezTo>
                  <a:pt x="885718" y="13128"/>
                  <a:pt x="1069818" y="3056"/>
                  <a:pt x="1242053" y="0"/>
                </a:cubicBezTo>
                <a:cubicBezTo>
                  <a:pt x="1414288" y="-3056"/>
                  <a:pt x="1646414" y="-5611"/>
                  <a:pt x="1796205" y="0"/>
                </a:cubicBezTo>
                <a:cubicBezTo>
                  <a:pt x="1887230" y="4144"/>
                  <a:pt x="1918009" y="64092"/>
                  <a:pt x="1929953" y="133748"/>
                </a:cubicBezTo>
                <a:cubicBezTo>
                  <a:pt x="1929961" y="366942"/>
                  <a:pt x="1926291" y="513529"/>
                  <a:pt x="1929953" y="668722"/>
                </a:cubicBezTo>
                <a:cubicBezTo>
                  <a:pt x="1935246" y="741347"/>
                  <a:pt x="1872803" y="793311"/>
                  <a:pt x="1796205" y="802470"/>
                </a:cubicBezTo>
                <a:cubicBezTo>
                  <a:pt x="1573563" y="804807"/>
                  <a:pt x="1438222" y="784208"/>
                  <a:pt x="1225428" y="802470"/>
                </a:cubicBezTo>
                <a:cubicBezTo>
                  <a:pt x="1012634" y="820732"/>
                  <a:pt x="831494" y="806494"/>
                  <a:pt x="704525" y="802470"/>
                </a:cubicBezTo>
                <a:cubicBezTo>
                  <a:pt x="577556" y="798446"/>
                  <a:pt x="362787" y="803049"/>
                  <a:pt x="133748" y="802470"/>
                </a:cubicBezTo>
                <a:cubicBezTo>
                  <a:pt x="54545" y="800956"/>
                  <a:pt x="-2169" y="742252"/>
                  <a:pt x="0" y="668722"/>
                </a:cubicBezTo>
                <a:cubicBezTo>
                  <a:pt x="-18483" y="558302"/>
                  <a:pt x="-15260" y="373291"/>
                  <a:pt x="0" y="133748"/>
                </a:cubicBezTo>
                <a:close/>
              </a:path>
            </a:pathLst>
          </a:custGeom>
          <a:noFill/>
          <a:ln w="69850">
            <a:solidFill>
              <a:schemeClr val="bg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681563631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TextBox 3">
            <a:extLst>
              <a:ext uri="{FF2B5EF4-FFF2-40B4-BE49-F238E27FC236}">
                <a16:creationId xmlns:a16="http://schemas.microsoft.com/office/drawing/2014/main" id="{E794F761-27D3-44EE-509B-BE0D7555FD62}"/>
              </a:ext>
            </a:extLst>
          </p:cNvPr>
          <p:cNvSpPr txBox="1"/>
          <p:nvPr/>
        </p:nvSpPr>
        <p:spPr>
          <a:xfrm>
            <a:off x="5179060" y="1014768"/>
            <a:ext cx="1833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VN"/>
            </a:defPPr>
            <a:lvl1pPr algn="ctr">
              <a:defRPr sz="4400" b="1">
                <a:solidFill>
                  <a:srgbClr val="404049"/>
                </a:solidFill>
                <a:latin typeface="iCiel Stabile Regular" panose="02000503000000000000" pitchFamily="2" charset="77"/>
              </a:defRPr>
            </a:lvl1pPr>
          </a:lstStyle>
          <a:p>
            <a:r>
              <a:rPr sz="3200"/>
              <a:t>PHẦN 2</a:t>
            </a:r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53490251-C815-4BC8-F939-1DC8406F6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648" y="5156803"/>
            <a:ext cx="5422704" cy="1807568"/>
          </a:xfrm>
          <a:prstGeom prst="rect">
            <a:avLst/>
          </a:prstGeom>
        </p:spPr>
      </p:pic>
      <p:sp>
        <p:nvSpPr>
          <p:cNvPr id="45" name="!!Recta csdvcsdfvfsngle 1">
            <a:extLst>
              <a:ext uri="{FF2B5EF4-FFF2-40B4-BE49-F238E27FC236}">
                <a16:creationId xmlns:a16="http://schemas.microsoft.com/office/drawing/2014/main" id="{54572DBD-8371-39D8-49AE-08EA30E4DC4F}"/>
              </a:ext>
            </a:extLst>
          </p:cNvPr>
          <p:cNvSpPr/>
          <p:nvPr/>
        </p:nvSpPr>
        <p:spPr>
          <a:xfrm>
            <a:off x="503608" y="944215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!!Rectangle 3 cdsvsfv">
            <a:extLst>
              <a:ext uri="{FF2B5EF4-FFF2-40B4-BE49-F238E27FC236}">
                <a16:creationId xmlns:a16="http://schemas.microsoft.com/office/drawing/2014/main" id="{A7185DC0-7BE3-5E62-711F-6F52AF4155DD}"/>
              </a:ext>
            </a:extLst>
          </p:cNvPr>
          <p:cNvSpPr/>
          <p:nvPr/>
        </p:nvSpPr>
        <p:spPr>
          <a:xfrm>
            <a:off x="1585652" y="-868069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!!vjksfnv ìndbvRectangle 4">
            <a:extLst>
              <a:ext uri="{FF2B5EF4-FFF2-40B4-BE49-F238E27FC236}">
                <a16:creationId xmlns:a16="http://schemas.microsoft.com/office/drawing/2014/main" id="{201A2E0D-D122-37A5-9FBB-36653A6E3D77}"/>
              </a:ext>
            </a:extLst>
          </p:cNvPr>
          <p:cNvSpPr/>
          <p:nvPr/>
        </p:nvSpPr>
        <p:spPr>
          <a:xfrm>
            <a:off x="2823902" y="8687535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8" name="!!cýdbhvy bfsRectangle 5">
            <a:extLst>
              <a:ext uri="{FF2B5EF4-FFF2-40B4-BE49-F238E27FC236}">
                <a16:creationId xmlns:a16="http://schemas.microsoft.com/office/drawing/2014/main" id="{3EE194FC-1ED2-7EEE-4A5E-4CC013FE52C9}"/>
              </a:ext>
            </a:extLst>
          </p:cNvPr>
          <p:cNvSpPr/>
          <p:nvPr/>
        </p:nvSpPr>
        <p:spPr>
          <a:xfrm>
            <a:off x="4066402" y="-884599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9" name="!!chsdhuyvhbfsRectangle 6">
            <a:extLst>
              <a:ext uri="{FF2B5EF4-FFF2-40B4-BE49-F238E27FC236}">
                <a16:creationId xmlns:a16="http://schemas.microsoft.com/office/drawing/2014/main" id="{11B5B1AA-C958-1E37-6411-32EE4FE858D9}"/>
              </a:ext>
            </a:extLst>
          </p:cNvPr>
          <p:cNvSpPr/>
          <p:nvPr/>
        </p:nvSpPr>
        <p:spPr>
          <a:xfrm>
            <a:off x="5148446" y="905176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!!cgyuudsgvysuRectangle 8">
            <a:extLst>
              <a:ext uri="{FF2B5EF4-FFF2-40B4-BE49-F238E27FC236}">
                <a16:creationId xmlns:a16="http://schemas.microsoft.com/office/drawing/2014/main" id="{30D3B140-F66B-6756-16AC-7D94D0DA226D}"/>
              </a:ext>
            </a:extLst>
          </p:cNvPr>
          <p:cNvSpPr/>
          <p:nvPr/>
        </p:nvSpPr>
        <p:spPr>
          <a:xfrm>
            <a:off x="6386696" y="-872214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1" name="!!fycsduybvfRectangle 9">
            <a:extLst>
              <a:ext uri="{FF2B5EF4-FFF2-40B4-BE49-F238E27FC236}">
                <a16:creationId xmlns:a16="http://schemas.microsoft.com/office/drawing/2014/main" id="{F639082B-A7D1-1198-6BC3-3C9A62D4FC4E}"/>
              </a:ext>
            </a:extLst>
          </p:cNvPr>
          <p:cNvSpPr/>
          <p:nvPr/>
        </p:nvSpPr>
        <p:spPr>
          <a:xfrm>
            <a:off x="7565193" y="913243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2" name="!!chbydsjvb fdRectangle 12">
            <a:extLst>
              <a:ext uri="{FF2B5EF4-FFF2-40B4-BE49-F238E27FC236}">
                <a16:creationId xmlns:a16="http://schemas.microsoft.com/office/drawing/2014/main" id="{2A39745A-D394-2582-9CAC-86A1B39DB454}"/>
              </a:ext>
            </a:extLst>
          </p:cNvPr>
          <p:cNvSpPr/>
          <p:nvPr/>
        </p:nvSpPr>
        <p:spPr>
          <a:xfrm>
            <a:off x="8645406" y="-1018282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3" name="!!hjbdfjhv bfdjRectangle 14">
            <a:extLst>
              <a:ext uri="{FF2B5EF4-FFF2-40B4-BE49-F238E27FC236}">
                <a16:creationId xmlns:a16="http://schemas.microsoft.com/office/drawing/2014/main" id="{7B34D8B5-DC03-5C30-98B8-673F58505071}"/>
              </a:ext>
            </a:extLst>
          </p:cNvPr>
          <p:cNvSpPr/>
          <p:nvPr/>
        </p:nvSpPr>
        <p:spPr>
          <a:xfrm>
            <a:off x="9883656" y="927429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4" name="!! fjknd nkjdfRectangle 18">
            <a:extLst>
              <a:ext uri="{FF2B5EF4-FFF2-40B4-BE49-F238E27FC236}">
                <a16:creationId xmlns:a16="http://schemas.microsoft.com/office/drawing/2014/main" id="{9E909956-280F-3F21-4791-876620D4862E}"/>
              </a:ext>
            </a:extLst>
          </p:cNvPr>
          <p:cNvSpPr/>
          <p:nvPr/>
        </p:nvSpPr>
        <p:spPr>
          <a:xfrm rot="5400000">
            <a:off x="-8110833" y="-62141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!!hb sdjfvb sRectangle 19">
            <a:extLst>
              <a:ext uri="{FF2B5EF4-FFF2-40B4-BE49-F238E27FC236}">
                <a16:creationId xmlns:a16="http://schemas.microsoft.com/office/drawing/2014/main" id="{2ECDE4BB-AEC0-DF2F-A18C-DAF43FFB1A0D}"/>
              </a:ext>
            </a:extLst>
          </p:cNvPr>
          <p:cNvSpPr/>
          <p:nvPr/>
        </p:nvSpPr>
        <p:spPr>
          <a:xfrm rot="5400000">
            <a:off x="20679374" y="-510681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6" name="!!cdsbhv bsdRectangle 20">
            <a:extLst>
              <a:ext uri="{FF2B5EF4-FFF2-40B4-BE49-F238E27FC236}">
                <a16:creationId xmlns:a16="http://schemas.microsoft.com/office/drawing/2014/main" id="{2262A292-2189-BDDB-0714-E9421C72098B}"/>
              </a:ext>
            </a:extLst>
          </p:cNvPr>
          <p:cNvSpPr/>
          <p:nvPr/>
        </p:nvSpPr>
        <p:spPr>
          <a:xfrm rot="5400000">
            <a:off x="-7646100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7" name="!!Rectangle 21 sdv sdv">
            <a:extLst>
              <a:ext uri="{FF2B5EF4-FFF2-40B4-BE49-F238E27FC236}">
                <a16:creationId xmlns:a16="http://schemas.microsoft.com/office/drawing/2014/main" id="{8272FF5C-E593-57B4-DAEB-8685D2EBA327}"/>
              </a:ext>
            </a:extLst>
          </p:cNvPr>
          <p:cNvSpPr/>
          <p:nvPr/>
        </p:nvSpPr>
        <p:spPr>
          <a:xfrm rot="5400000">
            <a:off x="21646930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8" name="!!cưesdvcsdvRectangle 22">
            <a:extLst>
              <a:ext uri="{FF2B5EF4-FFF2-40B4-BE49-F238E27FC236}">
                <a16:creationId xmlns:a16="http://schemas.microsoft.com/office/drawing/2014/main" id="{2FE11082-E7D9-AE42-9F0A-D8A4CEF6DBC5}"/>
              </a:ext>
            </a:extLst>
          </p:cNvPr>
          <p:cNvSpPr/>
          <p:nvPr/>
        </p:nvSpPr>
        <p:spPr>
          <a:xfrm rot="5400000">
            <a:off x="-8687703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9" name="!!dceacRectangle 23">
            <a:extLst>
              <a:ext uri="{FF2B5EF4-FFF2-40B4-BE49-F238E27FC236}">
                <a16:creationId xmlns:a16="http://schemas.microsoft.com/office/drawing/2014/main" id="{7CE4ECEB-5B2A-B9F8-76F8-809DF190646D}"/>
              </a:ext>
            </a:extLst>
          </p:cNvPr>
          <p:cNvSpPr/>
          <p:nvPr/>
        </p:nvSpPr>
        <p:spPr>
          <a:xfrm rot="5400000">
            <a:off x="22057027" y="-308930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0" name="!!hjbdfjhv bfdjRectangle sdvcsdfv 14">
            <a:extLst>
              <a:ext uri="{FF2B5EF4-FFF2-40B4-BE49-F238E27FC236}">
                <a16:creationId xmlns:a16="http://schemas.microsoft.com/office/drawing/2014/main" id="{924A0A7F-6F61-A561-105E-33ADDF66A247}"/>
              </a:ext>
            </a:extLst>
          </p:cNvPr>
          <p:cNvSpPr/>
          <p:nvPr/>
        </p:nvSpPr>
        <p:spPr>
          <a:xfrm>
            <a:off x="11140922" y="-9332761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1" name="!!Rounded Rectangle 33">
            <a:extLst>
              <a:ext uri="{FF2B5EF4-FFF2-40B4-BE49-F238E27FC236}">
                <a16:creationId xmlns:a16="http://schemas.microsoft.com/office/drawing/2014/main" id="{10A3686C-68AA-AA18-0629-28D7FE43D0F2}"/>
              </a:ext>
            </a:extLst>
          </p:cNvPr>
          <p:cNvSpPr/>
          <p:nvPr/>
        </p:nvSpPr>
        <p:spPr>
          <a:xfrm>
            <a:off x="801965" y="10337475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2" name="!!Freeform 6">
            <a:extLst>
              <a:ext uri="{FF2B5EF4-FFF2-40B4-BE49-F238E27FC236}">
                <a16:creationId xmlns:a16="http://schemas.microsoft.com/office/drawing/2014/main" id="{780D1ECF-5F91-34D7-56F2-8081D3599E2C}"/>
              </a:ext>
            </a:extLst>
          </p:cNvPr>
          <p:cNvSpPr/>
          <p:nvPr/>
        </p:nvSpPr>
        <p:spPr>
          <a:xfrm rot="18390911">
            <a:off x="-487081" y="11525662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3" name="!!Freeform 5">
            <a:extLst>
              <a:ext uri="{FF2B5EF4-FFF2-40B4-BE49-F238E27FC236}">
                <a16:creationId xmlns:a16="http://schemas.microsoft.com/office/drawing/2014/main" id="{33AA6A23-CE9D-7A33-EE8E-CA6EEECA92C6}"/>
              </a:ext>
            </a:extLst>
          </p:cNvPr>
          <p:cNvSpPr/>
          <p:nvPr/>
        </p:nvSpPr>
        <p:spPr>
          <a:xfrm>
            <a:off x="8726006" y="11620424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4" name="!!TextBox 38">
            <a:extLst>
              <a:ext uri="{FF2B5EF4-FFF2-40B4-BE49-F238E27FC236}">
                <a16:creationId xmlns:a16="http://schemas.microsoft.com/office/drawing/2014/main" id="{41712DE7-AB29-9CA9-F045-1EF4FC378D29}"/>
              </a:ext>
            </a:extLst>
          </p:cNvPr>
          <p:cNvSpPr txBox="1"/>
          <p:nvPr/>
        </p:nvSpPr>
        <p:spPr>
          <a:xfrm>
            <a:off x="4703691" y="15140282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GIAO TIẾP HIỆU QUẢ 3V &amp; 7C</a:t>
            </a:r>
          </a:p>
        </p:txBody>
      </p:sp>
      <p:pic>
        <p:nvPicPr>
          <p:cNvPr id="65" name="!!Picture 40">
            <a:extLst>
              <a:ext uri="{FF2B5EF4-FFF2-40B4-BE49-F238E27FC236}">
                <a16:creationId xmlns:a16="http://schemas.microsoft.com/office/drawing/2014/main" id="{B6932235-D0EB-9008-B883-9C4C10B6FE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675794">
            <a:off x="10115028" y="15251522"/>
            <a:ext cx="1707363" cy="1707363"/>
          </a:xfrm>
          <a:prstGeom prst="rect">
            <a:avLst/>
          </a:prstGeom>
        </p:spPr>
      </p:pic>
      <p:pic>
        <p:nvPicPr>
          <p:cNvPr id="66" name="!!Picture 42">
            <a:extLst>
              <a:ext uri="{FF2B5EF4-FFF2-40B4-BE49-F238E27FC236}">
                <a16:creationId xmlns:a16="http://schemas.microsoft.com/office/drawing/2014/main" id="{D96C19A7-2248-CEA1-FD90-29CF50709F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887" t="22236" r="16269" b="18911"/>
          <a:stretch>
            <a:fillRect/>
          </a:stretch>
        </p:blipFill>
        <p:spPr>
          <a:xfrm>
            <a:off x="-824651" y="12058182"/>
            <a:ext cx="4727302" cy="43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3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70D4C-3E4B-565D-641B-37AC4391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!!cdnhuisuvhnfPicture 51">
            <a:extLst>
              <a:ext uri="{FF2B5EF4-FFF2-40B4-BE49-F238E27FC236}">
                <a16:creationId xmlns:a16="http://schemas.microsoft.com/office/drawing/2014/main" id="{FC452577-2D29-E5AB-34A2-0CE0F0D3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16016">
            <a:off x="-15629712" y="-1727184"/>
            <a:ext cx="6477448" cy="6477448"/>
          </a:xfrm>
          <a:prstGeom prst="rect">
            <a:avLst/>
          </a:prstGeom>
        </p:spPr>
      </p:pic>
      <p:sp>
        <p:nvSpPr>
          <p:cNvPr id="8" name="!!Rounded Rectangle 7">
            <a:extLst>
              <a:ext uri="{FF2B5EF4-FFF2-40B4-BE49-F238E27FC236}">
                <a16:creationId xmlns:a16="http://schemas.microsoft.com/office/drawing/2014/main" id="{7332A7BB-4A43-5595-954A-4FC5112FFDA9}"/>
              </a:ext>
            </a:extLst>
          </p:cNvPr>
          <p:cNvSpPr/>
          <p:nvPr/>
        </p:nvSpPr>
        <p:spPr>
          <a:xfrm>
            <a:off x="503608" y="7788556"/>
            <a:ext cx="11192907" cy="6750423"/>
          </a:xfrm>
          <a:custGeom>
            <a:avLst/>
            <a:gdLst>
              <a:gd name="csX0" fmla="*/ 0 w 11192907"/>
              <a:gd name="csY0" fmla="*/ 673422 h 6750423"/>
              <a:gd name="csX1" fmla="*/ 673422 w 11192907"/>
              <a:gd name="csY1" fmla="*/ 0 h 6750423"/>
              <a:gd name="csX2" fmla="*/ 1329826 w 11192907"/>
              <a:gd name="csY2" fmla="*/ 0 h 6750423"/>
              <a:gd name="csX3" fmla="*/ 1986230 w 11192907"/>
              <a:gd name="csY3" fmla="*/ 0 h 6750423"/>
              <a:gd name="csX4" fmla="*/ 2741095 w 11192907"/>
              <a:gd name="csY4" fmla="*/ 0 h 6750423"/>
              <a:gd name="csX5" fmla="*/ 3594421 w 11192907"/>
              <a:gd name="csY5" fmla="*/ 0 h 6750423"/>
              <a:gd name="csX6" fmla="*/ 4349286 w 11192907"/>
              <a:gd name="csY6" fmla="*/ 0 h 6750423"/>
              <a:gd name="csX7" fmla="*/ 5202611 w 11192907"/>
              <a:gd name="csY7" fmla="*/ 0 h 6750423"/>
              <a:gd name="csX8" fmla="*/ 5957476 w 11192907"/>
              <a:gd name="csY8" fmla="*/ 0 h 6750423"/>
              <a:gd name="csX9" fmla="*/ 6416959 w 11192907"/>
              <a:gd name="csY9" fmla="*/ 0 h 6750423"/>
              <a:gd name="csX10" fmla="*/ 7171824 w 11192907"/>
              <a:gd name="csY10" fmla="*/ 0 h 6750423"/>
              <a:gd name="csX11" fmla="*/ 7729767 w 11192907"/>
              <a:gd name="csY11" fmla="*/ 0 h 6750423"/>
              <a:gd name="csX12" fmla="*/ 8189250 w 11192907"/>
              <a:gd name="csY12" fmla="*/ 0 h 6750423"/>
              <a:gd name="csX13" fmla="*/ 8550272 w 11192907"/>
              <a:gd name="csY13" fmla="*/ 0 h 6750423"/>
              <a:gd name="csX14" fmla="*/ 9009755 w 11192907"/>
              <a:gd name="csY14" fmla="*/ 0 h 6750423"/>
              <a:gd name="csX15" fmla="*/ 9469238 w 11192907"/>
              <a:gd name="csY15" fmla="*/ 0 h 6750423"/>
              <a:gd name="csX16" fmla="*/ 10519485 w 11192907"/>
              <a:gd name="csY16" fmla="*/ 0 h 6750423"/>
              <a:gd name="csX17" fmla="*/ 11192907 w 11192907"/>
              <a:gd name="csY17" fmla="*/ 673422 h 6750423"/>
              <a:gd name="csX18" fmla="*/ 11192907 w 11192907"/>
              <a:gd name="csY18" fmla="*/ 1186762 h 6750423"/>
              <a:gd name="csX19" fmla="*/ 11192907 w 11192907"/>
              <a:gd name="csY19" fmla="*/ 1754138 h 6750423"/>
              <a:gd name="csX20" fmla="*/ 11192907 w 11192907"/>
              <a:gd name="csY20" fmla="*/ 2537657 h 6750423"/>
              <a:gd name="csX21" fmla="*/ 11192907 w 11192907"/>
              <a:gd name="csY21" fmla="*/ 3105033 h 6750423"/>
              <a:gd name="csX22" fmla="*/ 11192907 w 11192907"/>
              <a:gd name="csY22" fmla="*/ 3834516 h 6750423"/>
              <a:gd name="csX23" fmla="*/ 11192907 w 11192907"/>
              <a:gd name="csY23" fmla="*/ 4618035 h 6750423"/>
              <a:gd name="csX24" fmla="*/ 11192907 w 11192907"/>
              <a:gd name="csY24" fmla="*/ 5131375 h 6750423"/>
              <a:gd name="csX25" fmla="*/ 11192907 w 11192907"/>
              <a:gd name="csY25" fmla="*/ 6077001 h 6750423"/>
              <a:gd name="csX26" fmla="*/ 10519485 w 11192907"/>
              <a:gd name="csY26" fmla="*/ 6750423 h 6750423"/>
              <a:gd name="csX27" fmla="*/ 10060002 w 11192907"/>
              <a:gd name="csY27" fmla="*/ 6750423 h 6750423"/>
              <a:gd name="csX28" fmla="*/ 9502058 w 11192907"/>
              <a:gd name="csY28" fmla="*/ 6750423 h 6750423"/>
              <a:gd name="csX29" fmla="*/ 8944115 w 11192907"/>
              <a:gd name="csY29" fmla="*/ 6750423 h 6750423"/>
              <a:gd name="csX30" fmla="*/ 8386171 w 11192907"/>
              <a:gd name="csY30" fmla="*/ 6750423 h 6750423"/>
              <a:gd name="csX31" fmla="*/ 8025149 w 11192907"/>
              <a:gd name="csY31" fmla="*/ 6750423 h 6750423"/>
              <a:gd name="csX32" fmla="*/ 7171824 w 11192907"/>
              <a:gd name="csY32" fmla="*/ 6750423 h 6750423"/>
              <a:gd name="csX33" fmla="*/ 6318498 w 11192907"/>
              <a:gd name="csY33" fmla="*/ 6750423 h 6750423"/>
              <a:gd name="csX34" fmla="*/ 5957476 w 11192907"/>
              <a:gd name="csY34" fmla="*/ 6750423 h 6750423"/>
              <a:gd name="csX35" fmla="*/ 5497993 w 11192907"/>
              <a:gd name="csY35" fmla="*/ 6750423 h 6750423"/>
              <a:gd name="csX36" fmla="*/ 4841589 w 11192907"/>
              <a:gd name="csY36" fmla="*/ 6750423 h 6750423"/>
              <a:gd name="csX37" fmla="*/ 4086724 w 11192907"/>
              <a:gd name="csY37" fmla="*/ 6750423 h 6750423"/>
              <a:gd name="csX38" fmla="*/ 3528780 w 11192907"/>
              <a:gd name="csY38" fmla="*/ 6750423 h 6750423"/>
              <a:gd name="csX39" fmla="*/ 3069297 w 11192907"/>
              <a:gd name="csY39" fmla="*/ 6750423 h 6750423"/>
              <a:gd name="csX40" fmla="*/ 2609814 w 11192907"/>
              <a:gd name="csY40" fmla="*/ 6750423 h 6750423"/>
              <a:gd name="csX41" fmla="*/ 1854950 w 11192907"/>
              <a:gd name="csY41" fmla="*/ 6750423 h 6750423"/>
              <a:gd name="csX42" fmla="*/ 1493927 w 11192907"/>
              <a:gd name="csY42" fmla="*/ 6750423 h 6750423"/>
              <a:gd name="csX43" fmla="*/ 673422 w 11192907"/>
              <a:gd name="csY43" fmla="*/ 6750423 h 6750423"/>
              <a:gd name="csX44" fmla="*/ 0 w 11192907"/>
              <a:gd name="csY44" fmla="*/ 6077001 h 6750423"/>
              <a:gd name="csX45" fmla="*/ 0 w 11192907"/>
              <a:gd name="csY45" fmla="*/ 5455589 h 6750423"/>
              <a:gd name="csX46" fmla="*/ 0 w 11192907"/>
              <a:gd name="csY46" fmla="*/ 4942249 h 6750423"/>
              <a:gd name="csX47" fmla="*/ 0 w 11192907"/>
              <a:gd name="csY47" fmla="*/ 4428909 h 6750423"/>
              <a:gd name="csX48" fmla="*/ 0 w 11192907"/>
              <a:gd name="csY48" fmla="*/ 3807498 h 6750423"/>
              <a:gd name="csX49" fmla="*/ 0 w 11192907"/>
              <a:gd name="csY49" fmla="*/ 3132050 h 6750423"/>
              <a:gd name="csX50" fmla="*/ 0 w 11192907"/>
              <a:gd name="csY50" fmla="*/ 2402567 h 6750423"/>
              <a:gd name="csX51" fmla="*/ 0 w 11192907"/>
              <a:gd name="csY51" fmla="*/ 1673084 h 6750423"/>
              <a:gd name="csX52" fmla="*/ 0 w 11192907"/>
              <a:gd name="csY52" fmla="*/ 673422 h 6750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11192907" h="6750423" fill="none" extrusionOk="0">
                <a:moveTo>
                  <a:pt x="0" y="673422"/>
                </a:moveTo>
                <a:cubicBezTo>
                  <a:pt x="12095" y="254682"/>
                  <a:pt x="305865" y="-16393"/>
                  <a:pt x="673422" y="0"/>
                </a:cubicBezTo>
                <a:cubicBezTo>
                  <a:pt x="978158" y="-19026"/>
                  <a:pt x="1019746" y="25726"/>
                  <a:pt x="1329826" y="0"/>
                </a:cubicBezTo>
                <a:cubicBezTo>
                  <a:pt x="1639906" y="-25726"/>
                  <a:pt x="1771734" y="-32567"/>
                  <a:pt x="1986230" y="0"/>
                </a:cubicBezTo>
                <a:cubicBezTo>
                  <a:pt x="2200726" y="32567"/>
                  <a:pt x="2388882" y="8403"/>
                  <a:pt x="2741095" y="0"/>
                </a:cubicBezTo>
                <a:cubicBezTo>
                  <a:pt x="3093308" y="-8403"/>
                  <a:pt x="3386459" y="-23253"/>
                  <a:pt x="3594421" y="0"/>
                </a:cubicBezTo>
                <a:cubicBezTo>
                  <a:pt x="3802383" y="23253"/>
                  <a:pt x="4002191" y="-37023"/>
                  <a:pt x="4349286" y="0"/>
                </a:cubicBezTo>
                <a:cubicBezTo>
                  <a:pt x="4696382" y="37023"/>
                  <a:pt x="4799560" y="-29498"/>
                  <a:pt x="5202611" y="0"/>
                </a:cubicBezTo>
                <a:cubicBezTo>
                  <a:pt x="5605663" y="29498"/>
                  <a:pt x="5677948" y="-21204"/>
                  <a:pt x="5957476" y="0"/>
                </a:cubicBezTo>
                <a:cubicBezTo>
                  <a:pt x="6237005" y="21204"/>
                  <a:pt x="6231314" y="20870"/>
                  <a:pt x="6416959" y="0"/>
                </a:cubicBezTo>
                <a:cubicBezTo>
                  <a:pt x="6602604" y="-20870"/>
                  <a:pt x="6978627" y="-10350"/>
                  <a:pt x="7171824" y="0"/>
                </a:cubicBezTo>
                <a:cubicBezTo>
                  <a:pt x="7365021" y="10350"/>
                  <a:pt x="7534554" y="-15847"/>
                  <a:pt x="7729767" y="0"/>
                </a:cubicBezTo>
                <a:cubicBezTo>
                  <a:pt x="7924980" y="15847"/>
                  <a:pt x="8045183" y="17644"/>
                  <a:pt x="8189250" y="0"/>
                </a:cubicBezTo>
                <a:cubicBezTo>
                  <a:pt x="8333317" y="-17644"/>
                  <a:pt x="8413151" y="7779"/>
                  <a:pt x="8550272" y="0"/>
                </a:cubicBezTo>
                <a:cubicBezTo>
                  <a:pt x="8687393" y="-7779"/>
                  <a:pt x="8806526" y="17042"/>
                  <a:pt x="9009755" y="0"/>
                </a:cubicBezTo>
                <a:cubicBezTo>
                  <a:pt x="9212984" y="-17042"/>
                  <a:pt x="9371942" y="2890"/>
                  <a:pt x="9469238" y="0"/>
                </a:cubicBezTo>
                <a:cubicBezTo>
                  <a:pt x="9566534" y="-2890"/>
                  <a:pt x="10091595" y="14618"/>
                  <a:pt x="10519485" y="0"/>
                </a:cubicBezTo>
                <a:cubicBezTo>
                  <a:pt x="10862333" y="-46760"/>
                  <a:pt x="11163567" y="299545"/>
                  <a:pt x="11192907" y="673422"/>
                </a:cubicBezTo>
                <a:cubicBezTo>
                  <a:pt x="11207737" y="801677"/>
                  <a:pt x="11206287" y="1080568"/>
                  <a:pt x="11192907" y="1186762"/>
                </a:cubicBezTo>
                <a:cubicBezTo>
                  <a:pt x="11179527" y="1292956"/>
                  <a:pt x="11206281" y="1634923"/>
                  <a:pt x="11192907" y="1754138"/>
                </a:cubicBezTo>
                <a:cubicBezTo>
                  <a:pt x="11179533" y="1873353"/>
                  <a:pt x="11213365" y="2197474"/>
                  <a:pt x="11192907" y="2537657"/>
                </a:cubicBezTo>
                <a:cubicBezTo>
                  <a:pt x="11172449" y="2877840"/>
                  <a:pt x="11169000" y="2929157"/>
                  <a:pt x="11192907" y="3105033"/>
                </a:cubicBezTo>
                <a:cubicBezTo>
                  <a:pt x="11216814" y="3280909"/>
                  <a:pt x="11196341" y="3582102"/>
                  <a:pt x="11192907" y="3834516"/>
                </a:cubicBezTo>
                <a:cubicBezTo>
                  <a:pt x="11189473" y="4086930"/>
                  <a:pt x="11169244" y="4227324"/>
                  <a:pt x="11192907" y="4618035"/>
                </a:cubicBezTo>
                <a:cubicBezTo>
                  <a:pt x="11216570" y="5008746"/>
                  <a:pt x="11198770" y="4962561"/>
                  <a:pt x="11192907" y="5131375"/>
                </a:cubicBezTo>
                <a:cubicBezTo>
                  <a:pt x="11187044" y="5300189"/>
                  <a:pt x="11181522" y="5616306"/>
                  <a:pt x="11192907" y="6077001"/>
                </a:cubicBezTo>
                <a:cubicBezTo>
                  <a:pt x="11226854" y="6398214"/>
                  <a:pt x="10814862" y="6786130"/>
                  <a:pt x="10519485" y="6750423"/>
                </a:cubicBezTo>
                <a:cubicBezTo>
                  <a:pt x="10331939" y="6758889"/>
                  <a:pt x="10280786" y="6773325"/>
                  <a:pt x="10060002" y="6750423"/>
                </a:cubicBezTo>
                <a:cubicBezTo>
                  <a:pt x="9839218" y="6727521"/>
                  <a:pt x="9774744" y="6738045"/>
                  <a:pt x="9502058" y="6750423"/>
                </a:cubicBezTo>
                <a:cubicBezTo>
                  <a:pt x="9229372" y="6762801"/>
                  <a:pt x="9217423" y="6757192"/>
                  <a:pt x="8944115" y="6750423"/>
                </a:cubicBezTo>
                <a:cubicBezTo>
                  <a:pt x="8670807" y="6743654"/>
                  <a:pt x="8656911" y="6749292"/>
                  <a:pt x="8386171" y="6750423"/>
                </a:cubicBezTo>
                <a:cubicBezTo>
                  <a:pt x="8115431" y="6751554"/>
                  <a:pt x="8143935" y="6747206"/>
                  <a:pt x="8025149" y="6750423"/>
                </a:cubicBezTo>
                <a:cubicBezTo>
                  <a:pt x="7906363" y="6753640"/>
                  <a:pt x="7575386" y="6758282"/>
                  <a:pt x="7171824" y="6750423"/>
                </a:cubicBezTo>
                <a:cubicBezTo>
                  <a:pt x="6768263" y="6742564"/>
                  <a:pt x="6514970" y="6710462"/>
                  <a:pt x="6318498" y="6750423"/>
                </a:cubicBezTo>
                <a:cubicBezTo>
                  <a:pt x="6122026" y="6790384"/>
                  <a:pt x="6133886" y="6744317"/>
                  <a:pt x="5957476" y="6750423"/>
                </a:cubicBezTo>
                <a:cubicBezTo>
                  <a:pt x="5781066" y="6756529"/>
                  <a:pt x="5682320" y="6737089"/>
                  <a:pt x="5497993" y="6750423"/>
                </a:cubicBezTo>
                <a:cubicBezTo>
                  <a:pt x="5313666" y="6763757"/>
                  <a:pt x="4987203" y="6768496"/>
                  <a:pt x="4841589" y="6750423"/>
                </a:cubicBezTo>
                <a:cubicBezTo>
                  <a:pt x="4695975" y="6732350"/>
                  <a:pt x="4415543" y="6745713"/>
                  <a:pt x="4086724" y="6750423"/>
                </a:cubicBezTo>
                <a:cubicBezTo>
                  <a:pt x="3757906" y="6755133"/>
                  <a:pt x="3767063" y="6746666"/>
                  <a:pt x="3528780" y="6750423"/>
                </a:cubicBezTo>
                <a:cubicBezTo>
                  <a:pt x="3290497" y="6754180"/>
                  <a:pt x="3276698" y="6753122"/>
                  <a:pt x="3069297" y="6750423"/>
                </a:cubicBezTo>
                <a:cubicBezTo>
                  <a:pt x="2861896" y="6747724"/>
                  <a:pt x="2765404" y="6738870"/>
                  <a:pt x="2609814" y="6750423"/>
                </a:cubicBezTo>
                <a:cubicBezTo>
                  <a:pt x="2454224" y="6761976"/>
                  <a:pt x="2092028" y="6741751"/>
                  <a:pt x="1854950" y="6750423"/>
                </a:cubicBezTo>
                <a:cubicBezTo>
                  <a:pt x="1617872" y="6759095"/>
                  <a:pt x="1629493" y="6749108"/>
                  <a:pt x="1493927" y="6750423"/>
                </a:cubicBezTo>
                <a:cubicBezTo>
                  <a:pt x="1358361" y="6751738"/>
                  <a:pt x="1017258" y="6731520"/>
                  <a:pt x="673422" y="6750423"/>
                </a:cubicBezTo>
                <a:cubicBezTo>
                  <a:pt x="313815" y="6728241"/>
                  <a:pt x="23108" y="6454239"/>
                  <a:pt x="0" y="6077001"/>
                </a:cubicBezTo>
                <a:cubicBezTo>
                  <a:pt x="-11402" y="5821300"/>
                  <a:pt x="15968" y="5581294"/>
                  <a:pt x="0" y="5455589"/>
                </a:cubicBezTo>
                <a:cubicBezTo>
                  <a:pt x="-15968" y="5329884"/>
                  <a:pt x="3483" y="5065208"/>
                  <a:pt x="0" y="4942249"/>
                </a:cubicBezTo>
                <a:cubicBezTo>
                  <a:pt x="-3483" y="4819290"/>
                  <a:pt x="24167" y="4634050"/>
                  <a:pt x="0" y="4428909"/>
                </a:cubicBezTo>
                <a:cubicBezTo>
                  <a:pt x="-24167" y="4223768"/>
                  <a:pt x="-13878" y="3957253"/>
                  <a:pt x="0" y="3807498"/>
                </a:cubicBezTo>
                <a:cubicBezTo>
                  <a:pt x="13878" y="3657743"/>
                  <a:pt x="12960" y="3297837"/>
                  <a:pt x="0" y="3132050"/>
                </a:cubicBezTo>
                <a:cubicBezTo>
                  <a:pt x="-12960" y="2966263"/>
                  <a:pt x="-11303" y="2753137"/>
                  <a:pt x="0" y="2402567"/>
                </a:cubicBezTo>
                <a:cubicBezTo>
                  <a:pt x="11303" y="2051997"/>
                  <a:pt x="25211" y="1854011"/>
                  <a:pt x="0" y="1673084"/>
                </a:cubicBezTo>
                <a:cubicBezTo>
                  <a:pt x="-25211" y="1492157"/>
                  <a:pt x="-34484" y="1144474"/>
                  <a:pt x="0" y="673422"/>
                </a:cubicBezTo>
                <a:close/>
              </a:path>
              <a:path w="11192907" h="6750423" stroke="0" extrusionOk="0">
                <a:moveTo>
                  <a:pt x="0" y="673422"/>
                </a:moveTo>
                <a:cubicBezTo>
                  <a:pt x="-70340" y="258113"/>
                  <a:pt x="289673" y="4439"/>
                  <a:pt x="673422" y="0"/>
                </a:cubicBezTo>
                <a:cubicBezTo>
                  <a:pt x="850100" y="-1198"/>
                  <a:pt x="1326160" y="2753"/>
                  <a:pt x="1526747" y="0"/>
                </a:cubicBezTo>
                <a:cubicBezTo>
                  <a:pt x="1727334" y="-2753"/>
                  <a:pt x="1879796" y="-16628"/>
                  <a:pt x="2084691" y="0"/>
                </a:cubicBezTo>
                <a:cubicBezTo>
                  <a:pt x="2289586" y="16628"/>
                  <a:pt x="2390111" y="10908"/>
                  <a:pt x="2544174" y="0"/>
                </a:cubicBezTo>
                <a:cubicBezTo>
                  <a:pt x="2698237" y="-10908"/>
                  <a:pt x="3097829" y="-9662"/>
                  <a:pt x="3299039" y="0"/>
                </a:cubicBezTo>
                <a:cubicBezTo>
                  <a:pt x="3500250" y="9662"/>
                  <a:pt x="3588791" y="-26173"/>
                  <a:pt x="3856982" y="0"/>
                </a:cubicBezTo>
                <a:cubicBezTo>
                  <a:pt x="4125173" y="26173"/>
                  <a:pt x="4436047" y="-7936"/>
                  <a:pt x="4710308" y="0"/>
                </a:cubicBezTo>
                <a:cubicBezTo>
                  <a:pt x="4984569" y="7936"/>
                  <a:pt x="4999888" y="-5459"/>
                  <a:pt x="5169791" y="0"/>
                </a:cubicBezTo>
                <a:cubicBezTo>
                  <a:pt x="5339694" y="5459"/>
                  <a:pt x="5623491" y="-6810"/>
                  <a:pt x="6023116" y="0"/>
                </a:cubicBezTo>
                <a:cubicBezTo>
                  <a:pt x="6422742" y="6810"/>
                  <a:pt x="6239380" y="17812"/>
                  <a:pt x="6384139" y="0"/>
                </a:cubicBezTo>
                <a:cubicBezTo>
                  <a:pt x="6528898" y="-17812"/>
                  <a:pt x="6757933" y="15786"/>
                  <a:pt x="7040543" y="0"/>
                </a:cubicBezTo>
                <a:cubicBezTo>
                  <a:pt x="7323153" y="-15786"/>
                  <a:pt x="7458363" y="21717"/>
                  <a:pt x="7696947" y="0"/>
                </a:cubicBezTo>
                <a:cubicBezTo>
                  <a:pt x="7935531" y="-21717"/>
                  <a:pt x="8051525" y="26643"/>
                  <a:pt x="8254891" y="0"/>
                </a:cubicBezTo>
                <a:cubicBezTo>
                  <a:pt x="8458257" y="-26643"/>
                  <a:pt x="8832540" y="27663"/>
                  <a:pt x="9108216" y="0"/>
                </a:cubicBezTo>
                <a:cubicBezTo>
                  <a:pt x="9383892" y="-27663"/>
                  <a:pt x="9707055" y="-7550"/>
                  <a:pt x="9961541" y="0"/>
                </a:cubicBezTo>
                <a:cubicBezTo>
                  <a:pt x="10216028" y="7550"/>
                  <a:pt x="10314525" y="-26997"/>
                  <a:pt x="10519485" y="0"/>
                </a:cubicBezTo>
                <a:cubicBezTo>
                  <a:pt x="10854756" y="-34531"/>
                  <a:pt x="11150750" y="238482"/>
                  <a:pt x="11192907" y="673422"/>
                </a:cubicBezTo>
                <a:cubicBezTo>
                  <a:pt x="11173155" y="859590"/>
                  <a:pt x="11185121" y="1119064"/>
                  <a:pt x="11192907" y="1402905"/>
                </a:cubicBezTo>
                <a:cubicBezTo>
                  <a:pt x="11200693" y="1686746"/>
                  <a:pt x="11196891" y="1777968"/>
                  <a:pt x="11192907" y="1916245"/>
                </a:cubicBezTo>
                <a:cubicBezTo>
                  <a:pt x="11188923" y="2054522"/>
                  <a:pt x="11179280" y="2283484"/>
                  <a:pt x="11192907" y="2483621"/>
                </a:cubicBezTo>
                <a:cubicBezTo>
                  <a:pt x="11206534" y="2683758"/>
                  <a:pt x="11186654" y="2926237"/>
                  <a:pt x="11192907" y="3267140"/>
                </a:cubicBezTo>
                <a:cubicBezTo>
                  <a:pt x="11199160" y="3608043"/>
                  <a:pt x="11170236" y="3721749"/>
                  <a:pt x="11192907" y="3942587"/>
                </a:cubicBezTo>
                <a:cubicBezTo>
                  <a:pt x="11215578" y="4163425"/>
                  <a:pt x="11192628" y="4310186"/>
                  <a:pt x="11192907" y="4509963"/>
                </a:cubicBezTo>
                <a:cubicBezTo>
                  <a:pt x="11193186" y="4709740"/>
                  <a:pt x="11192710" y="4971084"/>
                  <a:pt x="11192907" y="5185410"/>
                </a:cubicBezTo>
                <a:cubicBezTo>
                  <a:pt x="11193104" y="5399736"/>
                  <a:pt x="11166901" y="5898116"/>
                  <a:pt x="11192907" y="6077001"/>
                </a:cubicBezTo>
                <a:cubicBezTo>
                  <a:pt x="11219912" y="6365864"/>
                  <a:pt x="10947566" y="6811146"/>
                  <a:pt x="10519485" y="6750423"/>
                </a:cubicBezTo>
                <a:cubicBezTo>
                  <a:pt x="10160246" y="6744452"/>
                  <a:pt x="10049674" y="6789225"/>
                  <a:pt x="9666160" y="6750423"/>
                </a:cubicBezTo>
                <a:cubicBezTo>
                  <a:pt x="9282646" y="6711621"/>
                  <a:pt x="9176371" y="6783399"/>
                  <a:pt x="8911295" y="6750423"/>
                </a:cubicBezTo>
                <a:cubicBezTo>
                  <a:pt x="8646220" y="6717447"/>
                  <a:pt x="8569777" y="6733168"/>
                  <a:pt x="8451812" y="6750423"/>
                </a:cubicBezTo>
                <a:cubicBezTo>
                  <a:pt x="8333847" y="6767678"/>
                  <a:pt x="8006174" y="6750957"/>
                  <a:pt x="7696947" y="6750423"/>
                </a:cubicBezTo>
                <a:cubicBezTo>
                  <a:pt x="7387721" y="6749889"/>
                  <a:pt x="7507874" y="6753870"/>
                  <a:pt x="7335925" y="6750423"/>
                </a:cubicBezTo>
                <a:cubicBezTo>
                  <a:pt x="7163976" y="6746976"/>
                  <a:pt x="6942708" y="6785128"/>
                  <a:pt x="6581060" y="6750423"/>
                </a:cubicBezTo>
                <a:cubicBezTo>
                  <a:pt x="6219412" y="6715718"/>
                  <a:pt x="6287864" y="6770331"/>
                  <a:pt x="6121577" y="6750423"/>
                </a:cubicBezTo>
                <a:cubicBezTo>
                  <a:pt x="5955290" y="6730515"/>
                  <a:pt x="5927653" y="6761388"/>
                  <a:pt x="5760555" y="6750423"/>
                </a:cubicBezTo>
                <a:cubicBezTo>
                  <a:pt x="5593457" y="6739458"/>
                  <a:pt x="5491922" y="6762590"/>
                  <a:pt x="5301072" y="6750423"/>
                </a:cubicBezTo>
                <a:cubicBezTo>
                  <a:pt x="5110222" y="6738256"/>
                  <a:pt x="4847402" y="6780525"/>
                  <a:pt x="4546207" y="6750423"/>
                </a:cubicBezTo>
                <a:cubicBezTo>
                  <a:pt x="4245013" y="6720321"/>
                  <a:pt x="4238184" y="6746323"/>
                  <a:pt x="4086724" y="6750423"/>
                </a:cubicBezTo>
                <a:cubicBezTo>
                  <a:pt x="3935264" y="6754523"/>
                  <a:pt x="3882344" y="6754271"/>
                  <a:pt x="3725702" y="6750423"/>
                </a:cubicBezTo>
                <a:cubicBezTo>
                  <a:pt x="3569060" y="6746575"/>
                  <a:pt x="3430235" y="6770046"/>
                  <a:pt x="3266219" y="6750423"/>
                </a:cubicBezTo>
                <a:cubicBezTo>
                  <a:pt x="3102203" y="6730800"/>
                  <a:pt x="2870791" y="6773893"/>
                  <a:pt x="2708275" y="6750423"/>
                </a:cubicBezTo>
                <a:cubicBezTo>
                  <a:pt x="2545759" y="6726953"/>
                  <a:pt x="2250840" y="6740090"/>
                  <a:pt x="2051871" y="6750423"/>
                </a:cubicBezTo>
                <a:cubicBezTo>
                  <a:pt x="1852902" y="6760756"/>
                  <a:pt x="1772418" y="6757181"/>
                  <a:pt x="1592388" y="6750423"/>
                </a:cubicBezTo>
                <a:cubicBezTo>
                  <a:pt x="1412358" y="6743665"/>
                  <a:pt x="1058399" y="6769675"/>
                  <a:pt x="673422" y="6750423"/>
                </a:cubicBezTo>
                <a:cubicBezTo>
                  <a:pt x="281322" y="6714379"/>
                  <a:pt x="-38551" y="6466839"/>
                  <a:pt x="0" y="6077001"/>
                </a:cubicBezTo>
                <a:cubicBezTo>
                  <a:pt x="2087" y="5908760"/>
                  <a:pt x="-23942" y="5715955"/>
                  <a:pt x="0" y="5563661"/>
                </a:cubicBezTo>
                <a:cubicBezTo>
                  <a:pt x="23942" y="5411367"/>
                  <a:pt x="-11104" y="5204846"/>
                  <a:pt x="0" y="4942249"/>
                </a:cubicBezTo>
                <a:cubicBezTo>
                  <a:pt x="11104" y="4679652"/>
                  <a:pt x="-31790" y="4432526"/>
                  <a:pt x="0" y="4212766"/>
                </a:cubicBezTo>
                <a:cubicBezTo>
                  <a:pt x="31790" y="3993006"/>
                  <a:pt x="-21480" y="3761590"/>
                  <a:pt x="0" y="3645390"/>
                </a:cubicBezTo>
                <a:cubicBezTo>
                  <a:pt x="21480" y="3529190"/>
                  <a:pt x="33629" y="3275834"/>
                  <a:pt x="0" y="2969943"/>
                </a:cubicBezTo>
                <a:cubicBezTo>
                  <a:pt x="-33629" y="2664052"/>
                  <a:pt x="21946" y="2599963"/>
                  <a:pt x="0" y="2456603"/>
                </a:cubicBezTo>
                <a:cubicBezTo>
                  <a:pt x="-21946" y="2313243"/>
                  <a:pt x="147" y="1986036"/>
                  <a:pt x="0" y="1673084"/>
                </a:cubicBezTo>
                <a:cubicBezTo>
                  <a:pt x="-147" y="1360132"/>
                  <a:pt x="-46708" y="1019960"/>
                  <a:pt x="0" y="673422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97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6" name="!!Picture 35">
            <a:extLst>
              <a:ext uri="{FF2B5EF4-FFF2-40B4-BE49-F238E27FC236}">
                <a16:creationId xmlns:a16="http://schemas.microsoft.com/office/drawing/2014/main" id="{EA403A11-87AC-DB26-CD4D-7A0896C47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" y="8795810"/>
            <a:ext cx="1116107" cy="1116107"/>
          </a:xfrm>
          <a:prstGeom prst="rect">
            <a:avLst/>
          </a:prstGeom>
        </p:spPr>
      </p:pic>
      <p:pic>
        <p:nvPicPr>
          <p:cNvPr id="38" name="!!Picture 37">
            <a:extLst>
              <a:ext uri="{FF2B5EF4-FFF2-40B4-BE49-F238E27FC236}">
                <a16:creationId xmlns:a16="http://schemas.microsoft.com/office/drawing/2014/main" id="{5B27F3B2-17DB-5B17-D872-E6B740FE7E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28" t="20694" r="19697" b="19617"/>
          <a:stretch>
            <a:fillRect/>
          </a:stretch>
        </p:blipFill>
        <p:spPr>
          <a:xfrm>
            <a:off x="10057116" y="11412756"/>
            <a:ext cx="1367107" cy="1351555"/>
          </a:xfrm>
          <a:prstGeom prst="rect">
            <a:avLst/>
          </a:prstGeom>
        </p:spPr>
      </p:pic>
      <p:sp>
        <p:nvSpPr>
          <p:cNvPr id="44" name="!!TextBox 43">
            <a:extLst>
              <a:ext uri="{FF2B5EF4-FFF2-40B4-BE49-F238E27FC236}">
                <a16:creationId xmlns:a16="http://schemas.microsoft.com/office/drawing/2014/main" id="{17311E49-71D4-511C-32E0-14D330F6807A}"/>
              </a:ext>
            </a:extLst>
          </p:cNvPr>
          <p:cNvSpPr txBox="1"/>
          <p:nvPr/>
        </p:nvSpPr>
        <p:spPr>
          <a:xfrm>
            <a:off x="2676570" y="10766425"/>
            <a:ext cx="684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LẮNG NGHE CHỦ ĐỘNG &amp; NGHỆ THUẬT PHẢN HỒI GÓP Ý</a:t>
            </a:r>
          </a:p>
        </p:txBody>
      </p:sp>
      <p:sp>
        <p:nvSpPr>
          <p:cNvPr id="11" name="!!QQijnvjfdnv Freeform 10">
            <a:extLst>
              <a:ext uri="{FF2B5EF4-FFF2-40B4-BE49-F238E27FC236}">
                <a16:creationId xmlns:a16="http://schemas.microsoft.com/office/drawing/2014/main" id="{56F3373B-A7ED-F05B-509D-DFFB4DE34D4A}"/>
              </a:ext>
            </a:extLst>
          </p:cNvPr>
          <p:cNvSpPr/>
          <p:nvPr/>
        </p:nvSpPr>
        <p:spPr>
          <a:xfrm>
            <a:off x="-268941" y="-2828011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FE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Freeform 11">
            <a:extLst>
              <a:ext uri="{FF2B5EF4-FFF2-40B4-BE49-F238E27FC236}">
                <a16:creationId xmlns:a16="http://schemas.microsoft.com/office/drawing/2014/main" id="{A71444D4-7FBB-EF70-9386-E445AD46138F}"/>
              </a:ext>
            </a:extLst>
          </p:cNvPr>
          <p:cNvSpPr/>
          <p:nvPr/>
        </p:nvSpPr>
        <p:spPr>
          <a:xfrm>
            <a:off x="-268941" y="-3180104"/>
            <a:ext cx="12667129" cy="2219423"/>
          </a:xfrm>
          <a:custGeom>
            <a:avLst/>
            <a:gdLst>
              <a:gd name="csX0" fmla="*/ 730129 w 13730432"/>
              <a:gd name="csY0" fmla="*/ 2300531 h 3212583"/>
              <a:gd name="csX1" fmla="*/ 1429377 w 13730432"/>
              <a:gd name="csY1" fmla="*/ 2623260 h 3212583"/>
              <a:gd name="csX2" fmla="*/ 1671424 w 13730432"/>
              <a:gd name="csY2" fmla="*/ 2717390 h 3212583"/>
              <a:gd name="csX3" fmla="*/ 2074835 w 13730432"/>
              <a:gd name="csY3" fmla="*/ 2609813 h 3212583"/>
              <a:gd name="csX4" fmla="*/ 2639612 w 13730432"/>
              <a:gd name="csY4" fmla="*/ 2381213 h 3212583"/>
              <a:gd name="csX5" fmla="*/ 2908553 w 13730432"/>
              <a:gd name="csY5" fmla="*/ 2246743 h 3212583"/>
              <a:gd name="csX6" fmla="*/ 3365753 w 13730432"/>
              <a:gd name="csY6" fmla="*/ 2246743 h 3212583"/>
              <a:gd name="csX7" fmla="*/ 3688482 w 13730432"/>
              <a:gd name="csY7" fmla="*/ 2367766 h 3212583"/>
              <a:gd name="csX8" fmla="*/ 3930529 w 13730432"/>
              <a:gd name="csY8" fmla="*/ 2556025 h 3212583"/>
              <a:gd name="csX9" fmla="*/ 4091894 w 13730432"/>
              <a:gd name="csY9" fmla="*/ 2703943 h 3212583"/>
              <a:gd name="csX10" fmla="*/ 4266706 w 13730432"/>
              <a:gd name="csY10" fmla="*/ 2865307 h 3212583"/>
              <a:gd name="csX11" fmla="*/ 4401177 w 13730432"/>
              <a:gd name="csY11" fmla="*/ 2999778 h 3212583"/>
              <a:gd name="csX12" fmla="*/ 4737353 w 13730432"/>
              <a:gd name="csY12" fmla="*/ 3161143 h 3212583"/>
              <a:gd name="csX13" fmla="*/ 4925612 w 13730432"/>
              <a:gd name="csY13" fmla="*/ 3188037 h 3212583"/>
              <a:gd name="csX14" fmla="*/ 5329024 w 13730432"/>
              <a:gd name="csY14" fmla="*/ 3107354 h 3212583"/>
              <a:gd name="csX15" fmla="*/ 5920694 w 13730432"/>
              <a:gd name="csY15" fmla="*/ 2757731 h 3212583"/>
              <a:gd name="csX16" fmla="*/ 6203082 w 13730432"/>
              <a:gd name="csY16" fmla="*/ 2569472 h 3212583"/>
              <a:gd name="csX17" fmla="*/ 6740965 w 13730432"/>
              <a:gd name="csY17" fmla="*/ 2367766 h 3212583"/>
              <a:gd name="csX18" fmla="*/ 7238506 w 13730432"/>
              <a:gd name="csY18" fmla="*/ 2394660 h 3212583"/>
              <a:gd name="csX19" fmla="*/ 7574682 w 13730432"/>
              <a:gd name="csY19" fmla="*/ 2542578 h 3212583"/>
              <a:gd name="csX20" fmla="*/ 8179800 w 13730432"/>
              <a:gd name="csY20" fmla="*/ 2865307 h 3212583"/>
              <a:gd name="csX21" fmla="*/ 8744577 w 13730432"/>
              <a:gd name="csY21" fmla="*/ 3107354 h 3212583"/>
              <a:gd name="csX22" fmla="*/ 9524506 w 13730432"/>
              <a:gd name="csY22" fmla="*/ 3201484 h 3212583"/>
              <a:gd name="csX23" fmla="*/ 10613718 w 13730432"/>
              <a:gd name="csY23" fmla="*/ 2865307 h 3212583"/>
              <a:gd name="csX24" fmla="*/ 11339859 w 13730432"/>
              <a:gd name="csY24" fmla="*/ 2502237 h 3212583"/>
              <a:gd name="csX25" fmla="*/ 11729824 w 13730432"/>
              <a:gd name="csY25" fmla="*/ 2340872 h 3212583"/>
              <a:gd name="csX26" fmla="*/ 12187024 w 13730432"/>
              <a:gd name="csY26" fmla="*/ 2354319 h 3212583"/>
              <a:gd name="csX27" fmla="*/ 12617329 w 13730432"/>
              <a:gd name="csY27" fmla="*/ 2461896 h 3212583"/>
              <a:gd name="csX28" fmla="*/ 12980400 w 13730432"/>
              <a:gd name="csY28" fmla="*/ 2502237 h 3212583"/>
              <a:gd name="csX29" fmla="*/ 13182106 w 13730432"/>
              <a:gd name="csY29" fmla="*/ 2488790 h 3212583"/>
              <a:gd name="csX30" fmla="*/ 13585518 w 13730432"/>
              <a:gd name="csY30" fmla="*/ 2233296 h 3212583"/>
              <a:gd name="csX31" fmla="*/ 13719988 w 13730432"/>
              <a:gd name="csY31" fmla="*/ 1063402 h 3212583"/>
              <a:gd name="csX32" fmla="*/ 13625859 w 13730432"/>
              <a:gd name="csY32" fmla="*/ 538966 h 3212583"/>
              <a:gd name="csX33" fmla="*/ 12872824 w 13730432"/>
              <a:gd name="csY33" fmla="*/ 323813 h 3212583"/>
              <a:gd name="csX34" fmla="*/ 11783612 w 13730432"/>
              <a:gd name="csY34" fmla="*/ 270025 h 3212583"/>
              <a:gd name="csX35" fmla="*/ 8448741 w 13730432"/>
              <a:gd name="csY35" fmla="*/ 189343 h 3212583"/>
              <a:gd name="csX36" fmla="*/ 2814424 w 13730432"/>
              <a:gd name="csY36" fmla="*/ 27978 h 3212583"/>
              <a:gd name="csX37" fmla="*/ 622553 w 13730432"/>
              <a:gd name="csY37" fmla="*/ 41425 h 3212583"/>
              <a:gd name="csX38" fmla="*/ 192247 w 13730432"/>
              <a:gd name="csY38" fmla="*/ 431390 h 3212583"/>
              <a:gd name="csX39" fmla="*/ 3988 w 13730432"/>
              <a:gd name="csY39" fmla="*/ 1292002 h 3212583"/>
              <a:gd name="csX40" fmla="*/ 125012 w 13730432"/>
              <a:gd name="csY40" fmla="*/ 1749202 h 3212583"/>
              <a:gd name="csX41" fmla="*/ 730129 w 13730432"/>
              <a:gd name="csY41" fmla="*/ 2300531 h 3212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3730432" h="3212583">
                <a:moveTo>
                  <a:pt x="730129" y="2300531"/>
                </a:moveTo>
                <a:cubicBezTo>
                  <a:pt x="947523" y="2446207"/>
                  <a:pt x="1272495" y="2553784"/>
                  <a:pt x="1429377" y="2623260"/>
                </a:cubicBezTo>
                <a:cubicBezTo>
                  <a:pt x="1586260" y="2692737"/>
                  <a:pt x="1563848" y="2719631"/>
                  <a:pt x="1671424" y="2717390"/>
                </a:cubicBezTo>
                <a:cubicBezTo>
                  <a:pt x="1779000" y="2715149"/>
                  <a:pt x="1913470" y="2665843"/>
                  <a:pt x="2074835" y="2609813"/>
                </a:cubicBezTo>
                <a:cubicBezTo>
                  <a:pt x="2236200" y="2553784"/>
                  <a:pt x="2500659" y="2441725"/>
                  <a:pt x="2639612" y="2381213"/>
                </a:cubicBezTo>
                <a:cubicBezTo>
                  <a:pt x="2778565" y="2320701"/>
                  <a:pt x="2787530" y="2269155"/>
                  <a:pt x="2908553" y="2246743"/>
                </a:cubicBezTo>
                <a:cubicBezTo>
                  <a:pt x="3029576" y="2224331"/>
                  <a:pt x="3235765" y="2226573"/>
                  <a:pt x="3365753" y="2246743"/>
                </a:cubicBezTo>
                <a:cubicBezTo>
                  <a:pt x="3495741" y="2266913"/>
                  <a:pt x="3594353" y="2316219"/>
                  <a:pt x="3688482" y="2367766"/>
                </a:cubicBezTo>
                <a:cubicBezTo>
                  <a:pt x="3782611" y="2419313"/>
                  <a:pt x="3863294" y="2499995"/>
                  <a:pt x="3930529" y="2556025"/>
                </a:cubicBezTo>
                <a:cubicBezTo>
                  <a:pt x="3997764" y="2612055"/>
                  <a:pt x="4091894" y="2703943"/>
                  <a:pt x="4091894" y="2703943"/>
                </a:cubicBezTo>
                <a:cubicBezTo>
                  <a:pt x="4147923" y="2755490"/>
                  <a:pt x="4215159" y="2816001"/>
                  <a:pt x="4266706" y="2865307"/>
                </a:cubicBezTo>
                <a:cubicBezTo>
                  <a:pt x="4318253" y="2914613"/>
                  <a:pt x="4322736" y="2950472"/>
                  <a:pt x="4401177" y="2999778"/>
                </a:cubicBezTo>
                <a:cubicBezTo>
                  <a:pt x="4479618" y="3049084"/>
                  <a:pt x="4649947" y="3129767"/>
                  <a:pt x="4737353" y="3161143"/>
                </a:cubicBezTo>
                <a:cubicBezTo>
                  <a:pt x="4824759" y="3192520"/>
                  <a:pt x="4827000" y="3197002"/>
                  <a:pt x="4925612" y="3188037"/>
                </a:cubicBezTo>
                <a:cubicBezTo>
                  <a:pt x="5024224" y="3179072"/>
                  <a:pt x="5163177" y="3179072"/>
                  <a:pt x="5329024" y="3107354"/>
                </a:cubicBezTo>
                <a:cubicBezTo>
                  <a:pt x="5494871" y="3035636"/>
                  <a:pt x="5775018" y="2847378"/>
                  <a:pt x="5920694" y="2757731"/>
                </a:cubicBezTo>
                <a:cubicBezTo>
                  <a:pt x="6066370" y="2668084"/>
                  <a:pt x="6066370" y="2634466"/>
                  <a:pt x="6203082" y="2569472"/>
                </a:cubicBezTo>
                <a:cubicBezTo>
                  <a:pt x="6339794" y="2504478"/>
                  <a:pt x="6568394" y="2396901"/>
                  <a:pt x="6740965" y="2367766"/>
                </a:cubicBezTo>
                <a:cubicBezTo>
                  <a:pt x="6913536" y="2338631"/>
                  <a:pt x="7099553" y="2365525"/>
                  <a:pt x="7238506" y="2394660"/>
                </a:cubicBezTo>
                <a:cubicBezTo>
                  <a:pt x="7377459" y="2423795"/>
                  <a:pt x="7417800" y="2464137"/>
                  <a:pt x="7574682" y="2542578"/>
                </a:cubicBezTo>
                <a:cubicBezTo>
                  <a:pt x="7731564" y="2621019"/>
                  <a:pt x="7984818" y="2771178"/>
                  <a:pt x="8179800" y="2865307"/>
                </a:cubicBezTo>
                <a:cubicBezTo>
                  <a:pt x="8374782" y="2959436"/>
                  <a:pt x="8520459" y="3051325"/>
                  <a:pt x="8744577" y="3107354"/>
                </a:cubicBezTo>
                <a:cubicBezTo>
                  <a:pt x="8968695" y="3163384"/>
                  <a:pt x="9212982" y="3241825"/>
                  <a:pt x="9524506" y="3201484"/>
                </a:cubicBezTo>
                <a:cubicBezTo>
                  <a:pt x="9836030" y="3161143"/>
                  <a:pt x="10311159" y="2981848"/>
                  <a:pt x="10613718" y="2865307"/>
                </a:cubicBezTo>
                <a:cubicBezTo>
                  <a:pt x="10916277" y="2748766"/>
                  <a:pt x="11153841" y="2589643"/>
                  <a:pt x="11339859" y="2502237"/>
                </a:cubicBezTo>
                <a:cubicBezTo>
                  <a:pt x="11525877" y="2414831"/>
                  <a:pt x="11588630" y="2365525"/>
                  <a:pt x="11729824" y="2340872"/>
                </a:cubicBezTo>
                <a:cubicBezTo>
                  <a:pt x="11871018" y="2316219"/>
                  <a:pt x="12039107" y="2334148"/>
                  <a:pt x="12187024" y="2354319"/>
                </a:cubicBezTo>
                <a:cubicBezTo>
                  <a:pt x="12334941" y="2374490"/>
                  <a:pt x="12485100" y="2437243"/>
                  <a:pt x="12617329" y="2461896"/>
                </a:cubicBezTo>
                <a:cubicBezTo>
                  <a:pt x="12749558" y="2486549"/>
                  <a:pt x="12886271" y="2497755"/>
                  <a:pt x="12980400" y="2502237"/>
                </a:cubicBezTo>
                <a:cubicBezTo>
                  <a:pt x="13074529" y="2506719"/>
                  <a:pt x="13081253" y="2533614"/>
                  <a:pt x="13182106" y="2488790"/>
                </a:cubicBezTo>
                <a:cubicBezTo>
                  <a:pt x="13282959" y="2443967"/>
                  <a:pt x="13495871" y="2470861"/>
                  <a:pt x="13585518" y="2233296"/>
                </a:cubicBezTo>
                <a:cubicBezTo>
                  <a:pt x="13675165" y="1995731"/>
                  <a:pt x="13713265" y="1345790"/>
                  <a:pt x="13719988" y="1063402"/>
                </a:cubicBezTo>
                <a:cubicBezTo>
                  <a:pt x="13726712" y="781014"/>
                  <a:pt x="13767053" y="662231"/>
                  <a:pt x="13625859" y="538966"/>
                </a:cubicBezTo>
                <a:cubicBezTo>
                  <a:pt x="13484665" y="415701"/>
                  <a:pt x="13179865" y="368637"/>
                  <a:pt x="12872824" y="323813"/>
                </a:cubicBezTo>
                <a:cubicBezTo>
                  <a:pt x="12565783" y="278989"/>
                  <a:pt x="11783612" y="270025"/>
                  <a:pt x="11783612" y="270025"/>
                </a:cubicBezTo>
                <a:lnTo>
                  <a:pt x="8448741" y="189343"/>
                </a:lnTo>
                <a:lnTo>
                  <a:pt x="2814424" y="27978"/>
                </a:lnTo>
                <a:cubicBezTo>
                  <a:pt x="1510059" y="3325"/>
                  <a:pt x="1059583" y="-25810"/>
                  <a:pt x="622553" y="41425"/>
                </a:cubicBezTo>
                <a:cubicBezTo>
                  <a:pt x="185523" y="108660"/>
                  <a:pt x="295341" y="222960"/>
                  <a:pt x="192247" y="431390"/>
                </a:cubicBezTo>
                <a:cubicBezTo>
                  <a:pt x="89153" y="639819"/>
                  <a:pt x="15194" y="1072367"/>
                  <a:pt x="3988" y="1292002"/>
                </a:cubicBezTo>
                <a:cubicBezTo>
                  <a:pt x="-7218" y="1511637"/>
                  <a:pt x="-2735" y="1585596"/>
                  <a:pt x="125012" y="1749202"/>
                </a:cubicBezTo>
                <a:cubicBezTo>
                  <a:pt x="252759" y="1912808"/>
                  <a:pt x="512735" y="2154855"/>
                  <a:pt x="730129" y="2300531"/>
                </a:cubicBez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ivjrfvFreeform 13">
            <a:extLst>
              <a:ext uri="{FF2B5EF4-FFF2-40B4-BE49-F238E27FC236}">
                <a16:creationId xmlns:a16="http://schemas.microsoft.com/office/drawing/2014/main" id="{D3492DFB-8436-F022-11BC-AA7EBC6FBBD7}"/>
              </a:ext>
            </a:extLst>
          </p:cNvPr>
          <p:cNvSpPr/>
          <p:nvPr/>
        </p:nvSpPr>
        <p:spPr>
          <a:xfrm>
            <a:off x="-2280067" y="4768766"/>
            <a:ext cx="2545596" cy="3371883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unvjfnvFreeform 15">
            <a:extLst>
              <a:ext uri="{FF2B5EF4-FFF2-40B4-BE49-F238E27FC236}">
                <a16:creationId xmlns:a16="http://schemas.microsoft.com/office/drawing/2014/main" id="{F3DB46E7-2D48-1DF6-8F2A-AC7D1E620D64}"/>
              </a:ext>
            </a:extLst>
          </p:cNvPr>
          <p:cNvSpPr/>
          <p:nvPr/>
        </p:nvSpPr>
        <p:spPr>
          <a:xfrm flipH="1">
            <a:off x="12791166" y="4815299"/>
            <a:ext cx="2432446" cy="3739305"/>
          </a:xfrm>
          <a:custGeom>
            <a:avLst/>
            <a:gdLst>
              <a:gd name="csX0" fmla="*/ 552805 w 3667752"/>
              <a:gd name="csY0" fmla="*/ 2874 h 4858285"/>
              <a:gd name="csX1" fmla="*/ 1426864 w 3667752"/>
              <a:gd name="csY1" fmla="*/ 406285 h 4858285"/>
              <a:gd name="csX2" fmla="*/ 1494099 w 3667752"/>
              <a:gd name="csY2" fmla="*/ 1576180 h 4858285"/>
              <a:gd name="csX3" fmla="*/ 2018534 w 3667752"/>
              <a:gd name="csY3" fmla="*/ 2019932 h 4858285"/>
              <a:gd name="csX4" fmla="*/ 2529522 w 3667752"/>
              <a:gd name="csY4" fmla="*/ 2302321 h 4858285"/>
              <a:gd name="csX5" fmla="*/ 2785017 w 3667752"/>
              <a:gd name="csY5" fmla="*/ 2907438 h 4858285"/>
              <a:gd name="csX6" fmla="*/ 2811911 w 3667752"/>
              <a:gd name="csY6" fmla="*/ 3552897 h 4858285"/>
              <a:gd name="csX7" fmla="*/ 2879146 w 3667752"/>
              <a:gd name="csY7" fmla="*/ 3942862 h 4858285"/>
              <a:gd name="csX8" fmla="*/ 3659075 w 3667752"/>
              <a:gd name="csY8" fmla="*/ 4601768 h 4858285"/>
              <a:gd name="csX9" fmla="*/ 2300922 w 3667752"/>
              <a:gd name="csY9" fmla="*/ 4843815 h 4858285"/>
              <a:gd name="csX10" fmla="*/ 1023452 w 3667752"/>
              <a:gd name="csY10" fmla="*/ 4722791 h 4858285"/>
              <a:gd name="csX11" fmla="*/ 55264 w 3667752"/>
              <a:gd name="csY11" fmla="*/ 3848732 h 4858285"/>
              <a:gd name="csX12" fmla="*/ 122499 w 3667752"/>
              <a:gd name="csY12" fmla="*/ 2772968 h 4858285"/>
              <a:gd name="csX13" fmla="*/ 149393 w 3667752"/>
              <a:gd name="csY13" fmla="*/ 1750991 h 4858285"/>
              <a:gd name="csX14" fmla="*/ 216628 w 3667752"/>
              <a:gd name="csY14" fmla="*/ 634885 h 4858285"/>
              <a:gd name="csX15" fmla="*/ 283864 w 3667752"/>
              <a:gd name="csY15" fmla="*/ 244921 h 4858285"/>
              <a:gd name="csX16" fmla="*/ 552805 w 3667752"/>
              <a:gd name="csY16" fmla="*/ 2874 h 4858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667752" h="4858285">
                <a:moveTo>
                  <a:pt x="552805" y="2874"/>
                </a:moveTo>
                <a:cubicBezTo>
                  <a:pt x="743305" y="29768"/>
                  <a:pt x="1269982" y="144067"/>
                  <a:pt x="1426864" y="406285"/>
                </a:cubicBezTo>
                <a:cubicBezTo>
                  <a:pt x="1583746" y="668503"/>
                  <a:pt x="1395487" y="1307239"/>
                  <a:pt x="1494099" y="1576180"/>
                </a:cubicBezTo>
                <a:cubicBezTo>
                  <a:pt x="1592711" y="1845121"/>
                  <a:pt x="1845964" y="1898909"/>
                  <a:pt x="2018534" y="2019932"/>
                </a:cubicBezTo>
                <a:cubicBezTo>
                  <a:pt x="2191104" y="2140955"/>
                  <a:pt x="2401775" y="2154403"/>
                  <a:pt x="2529522" y="2302321"/>
                </a:cubicBezTo>
                <a:cubicBezTo>
                  <a:pt x="2657269" y="2450239"/>
                  <a:pt x="2737952" y="2699009"/>
                  <a:pt x="2785017" y="2907438"/>
                </a:cubicBezTo>
                <a:cubicBezTo>
                  <a:pt x="2832082" y="3115867"/>
                  <a:pt x="2796223" y="3380326"/>
                  <a:pt x="2811911" y="3552897"/>
                </a:cubicBezTo>
                <a:cubicBezTo>
                  <a:pt x="2827599" y="3725468"/>
                  <a:pt x="2737952" y="3768050"/>
                  <a:pt x="2879146" y="3942862"/>
                </a:cubicBezTo>
                <a:cubicBezTo>
                  <a:pt x="3020340" y="4117674"/>
                  <a:pt x="3755446" y="4451609"/>
                  <a:pt x="3659075" y="4601768"/>
                </a:cubicBezTo>
                <a:cubicBezTo>
                  <a:pt x="3562704" y="4751927"/>
                  <a:pt x="2740192" y="4823645"/>
                  <a:pt x="2300922" y="4843815"/>
                </a:cubicBezTo>
                <a:cubicBezTo>
                  <a:pt x="1861652" y="4863985"/>
                  <a:pt x="1397728" y="4888638"/>
                  <a:pt x="1023452" y="4722791"/>
                </a:cubicBezTo>
                <a:cubicBezTo>
                  <a:pt x="649176" y="4556944"/>
                  <a:pt x="205423" y="4173703"/>
                  <a:pt x="55264" y="3848732"/>
                </a:cubicBezTo>
                <a:cubicBezTo>
                  <a:pt x="-94895" y="3523762"/>
                  <a:pt x="106811" y="3122592"/>
                  <a:pt x="122499" y="2772968"/>
                </a:cubicBezTo>
                <a:cubicBezTo>
                  <a:pt x="138187" y="2423345"/>
                  <a:pt x="133705" y="2107338"/>
                  <a:pt x="149393" y="1750991"/>
                </a:cubicBezTo>
                <a:cubicBezTo>
                  <a:pt x="165081" y="1394644"/>
                  <a:pt x="194216" y="885897"/>
                  <a:pt x="216628" y="634885"/>
                </a:cubicBezTo>
                <a:cubicBezTo>
                  <a:pt x="239040" y="383873"/>
                  <a:pt x="230076" y="345774"/>
                  <a:pt x="283864" y="244921"/>
                </a:cubicBezTo>
                <a:cubicBezTo>
                  <a:pt x="337652" y="144068"/>
                  <a:pt x="362305" y="-24020"/>
                  <a:pt x="552805" y="2874"/>
                </a:cubicBezTo>
                <a:close/>
              </a:path>
            </a:pathLst>
          </a:custGeom>
          <a:solidFill>
            <a:srgbClr val="BBFF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jvifndviodOval 16">
            <a:extLst>
              <a:ext uri="{FF2B5EF4-FFF2-40B4-BE49-F238E27FC236}">
                <a16:creationId xmlns:a16="http://schemas.microsoft.com/office/drawing/2014/main" id="{E45734E3-5CEA-66D6-756B-C938CD7BBA7A}"/>
              </a:ext>
            </a:extLst>
          </p:cNvPr>
          <p:cNvSpPr/>
          <p:nvPr/>
        </p:nvSpPr>
        <p:spPr>
          <a:xfrm>
            <a:off x="979766" y="8140649"/>
            <a:ext cx="10235911" cy="7548276"/>
          </a:xfrm>
          <a:custGeom>
            <a:avLst/>
            <a:gdLst>
              <a:gd name="csX0" fmla="*/ 0 w 10235911"/>
              <a:gd name="csY0" fmla="*/ 3774138 h 7548276"/>
              <a:gd name="csX1" fmla="*/ 5117956 w 10235911"/>
              <a:gd name="csY1" fmla="*/ 0 h 7548276"/>
              <a:gd name="csX2" fmla="*/ 10235912 w 10235911"/>
              <a:gd name="csY2" fmla="*/ 3774138 h 7548276"/>
              <a:gd name="csX3" fmla="*/ 5117956 w 10235911"/>
              <a:gd name="csY3" fmla="*/ 7548276 h 7548276"/>
              <a:gd name="csX4" fmla="*/ 0 w 10235911"/>
              <a:gd name="csY4" fmla="*/ 3774138 h 7548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235911" h="7548276" fill="none" extrusionOk="0">
                <a:moveTo>
                  <a:pt x="0" y="3774138"/>
                </a:moveTo>
                <a:cubicBezTo>
                  <a:pt x="61483" y="1715808"/>
                  <a:pt x="2768627" y="254386"/>
                  <a:pt x="5117956" y="0"/>
                </a:cubicBezTo>
                <a:cubicBezTo>
                  <a:pt x="7699460" y="-155874"/>
                  <a:pt x="10227988" y="1753651"/>
                  <a:pt x="10235912" y="3774138"/>
                </a:cubicBezTo>
                <a:cubicBezTo>
                  <a:pt x="10435038" y="5767817"/>
                  <a:pt x="8130193" y="7353473"/>
                  <a:pt x="5117956" y="7548276"/>
                </a:cubicBezTo>
                <a:cubicBezTo>
                  <a:pt x="2291700" y="7472218"/>
                  <a:pt x="-207023" y="5575936"/>
                  <a:pt x="0" y="3774138"/>
                </a:cubicBezTo>
                <a:close/>
              </a:path>
              <a:path w="10235911" h="7548276" stroke="0" extrusionOk="0">
                <a:moveTo>
                  <a:pt x="0" y="3774138"/>
                </a:moveTo>
                <a:cubicBezTo>
                  <a:pt x="23846" y="1139996"/>
                  <a:pt x="2435134" y="98752"/>
                  <a:pt x="5117956" y="0"/>
                </a:cubicBezTo>
                <a:cubicBezTo>
                  <a:pt x="8069610" y="195443"/>
                  <a:pt x="10296455" y="1552329"/>
                  <a:pt x="10235912" y="3774138"/>
                </a:cubicBezTo>
                <a:cubicBezTo>
                  <a:pt x="10375072" y="5198419"/>
                  <a:pt x="7863694" y="7106926"/>
                  <a:pt x="5117956" y="7548276"/>
                </a:cubicBezTo>
                <a:cubicBezTo>
                  <a:pt x="2117974" y="7608378"/>
                  <a:pt x="456344" y="5734751"/>
                  <a:pt x="0" y="3774138"/>
                </a:cubicBezTo>
                <a:close/>
              </a:path>
            </a:pathLst>
          </a:custGeom>
          <a:solidFill>
            <a:srgbClr val="E2EFFB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396386145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!!Picture 9">
            <a:extLst>
              <a:ext uri="{FF2B5EF4-FFF2-40B4-BE49-F238E27FC236}">
                <a16:creationId xmlns:a16="http://schemas.microsoft.com/office/drawing/2014/main" id="{623A6BF9-D9A1-B094-154C-36F5BC180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648" y="8795810"/>
            <a:ext cx="5422704" cy="1807568"/>
          </a:xfrm>
          <a:prstGeom prst="rect">
            <a:avLst/>
          </a:prstGeom>
        </p:spPr>
      </p:pic>
      <p:sp>
        <p:nvSpPr>
          <p:cNvPr id="2" name="!!Recta csdvcsdfvfsngle 1">
            <a:extLst>
              <a:ext uri="{FF2B5EF4-FFF2-40B4-BE49-F238E27FC236}">
                <a16:creationId xmlns:a16="http://schemas.microsoft.com/office/drawing/2014/main" id="{AC5DE236-B1BD-8853-3949-782ABB84F27B}"/>
              </a:ext>
            </a:extLst>
          </p:cNvPr>
          <p:cNvSpPr/>
          <p:nvPr/>
        </p:nvSpPr>
        <p:spPr>
          <a:xfrm>
            <a:off x="503608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!!Rectangle 3 cdsvsfv">
            <a:extLst>
              <a:ext uri="{FF2B5EF4-FFF2-40B4-BE49-F238E27FC236}">
                <a16:creationId xmlns:a16="http://schemas.microsoft.com/office/drawing/2014/main" id="{374C94EF-364B-2E51-40A5-B693B2BA73A2}"/>
              </a:ext>
            </a:extLst>
          </p:cNvPr>
          <p:cNvSpPr/>
          <p:nvPr/>
        </p:nvSpPr>
        <p:spPr>
          <a:xfrm>
            <a:off x="158565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!!vjksfnv ìndbvRectangle 4">
            <a:extLst>
              <a:ext uri="{FF2B5EF4-FFF2-40B4-BE49-F238E27FC236}">
                <a16:creationId xmlns:a16="http://schemas.microsoft.com/office/drawing/2014/main" id="{0ED034F5-18EB-6ED2-D537-A163C2ADD6A6}"/>
              </a:ext>
            </a:extLst>
          </p:cNvPr>
          <p:cNvSpPr/>
          <p:nvPr/>
        </p:nvSpPr>
        <p:spPr>
          <a:xfrm>
            <a:off x="282390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!!cýdbhvy bfsRectangle 5">
            <a:extLst>
              <a:ext uri="{FF2B5EF4-FFF2-40B4-BE49-F238E27FC236}">
                <a16:creationId xmlns:a16="http://schemas.microsoft.com/office/drawing/2014/main" id="{0B6BECCD-95D0-486E-5BDB-E72EA327C36B}"/>
              </a:ext>
            </a:extLst>
          </p:cNvPr>
          <p:cNvSpPr/>
          <p:nvPr/>
        </p:nvSpPr>
        <p:spPr>
          <a:xfrm>
            <a:off x="4066402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!!chsdhuyvhbfsRectangle 6">
            <a:extLst>
              <a:ext uri="{FF2B5EF4-FFF2-40B4-BE49-F238E27FC236}">
                <a16:creationId xmlns:a16="http://schemas.microsoft.com/office/drawing/2014/main" id="{F51215ED-0682-9042-9357-A1513288CC44}"/>
              </a:ext>
            </a:extLst>
          </p:cNvPr>
          <p:cNvSpPr/>
          <p:nvPr/>
        </p:nvSpPr>
        <p:spPr>
          <a:xfrm>
            <a:off x="514844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!!cgyuudsgvysuRectangle 8">
            <a:extLst>
              <a:ext uri="{FF2B5EF4-FFF2-40B4-BE49-F238E27FC236}">
                <a16:creationId xmlns:a16="http://schemas.microsoft.com/office/drawing/2014/main" id="{DE9A0589-BA04-63C8-E839-099130BBA0F7}"/>
              </a:ext>
            </a:extLst>
          </p:cNvPr>
          <p:cNvSpPr/>
          <p:nvPr/>
        </p:nvSpPr>
        <p:spPr>
          <a:xfrm>
            <a:off x="638669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!!fycsduybvfRectangle 9">
            <a:extLst>
              <a:ext uri="{FF2B5EF4-FFF2-40B4-BE49-F238E27FC236}">
                <a16:creationId xmlns:a16="http://schemas.microsoft.com/office/drawing/2014/main" id="{78BA37F5-2C64-8955-4BBC-490171944E31}"/>
              </a:ext>
            </a:extLst>
          </p:cNvPr>
          <p:cNvSpPr/>
          <p:nvPr/>
        </p:nvSpPr>
        <p:spPr>
          <a:xfrm>
            <a:off x="7563362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!!chbydsjvb fdRectangle 12">
            <a:extLst>
              <a:ext uri="{FF2B5EF4-FFF2-40B4-BE49-F238E27FC236}">
                <a16:creationId xmlns:a16="http://schemas.microsoft.com/office/drawing/2014/main" id="{6F4D1B11-DF3E-899F-2A77-C3F429CCDE1D}"/>
              </a:ext>
            </a:extLst>
          </p:cNvPr>
          <p:cNvSpPr/>
          <p:nvPr/>
        </p:nvSpPr>
        <p:spPr>
          <a:xfrm>
            <a:off x="864540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hjbdfjhv bfdjRectangle 14">
            <a:extLst>
              <a:ext uri="{FF2B5EF4-FFF2-40B4-BE49-F238E27FC236}">
                <a16:creationId xmlns:a16="http://schemas.microsoft.com/office/drawing/2014/main" id="{42475BD7-298C-ABA1-278B-E7F19B0FE1A3}"/>
              </a:ext>
            </a:extLst>
          </p:cNvPr>
          <p:cNvSpPr/>
          <p:nvPr/>
        </p:nvSpPr>
        <p:spPr>
          <a:xfrm>
            <a:off x="988365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 fjknd nkjdfRectangle 18">
            <a:extLst>
              <a:ext uri="{FF2B5EF4-FFF2-40B4-BE49-F238E27FC236}">
                <a16:creationId xmlns:a16="http://schemas.microsoft.com/office/drawing/2014/main" id="{1DB917FC-937C-9AFA-A1CC-E22EEDA1AA49}"/>
              </a:ext>
            </a:extLst>
          </p:cNvPr>
          <p:cNvSpPr/>
          <p:nvPr/>
        </p:nvSpPr>
        <p:spPr>
          <a:xfrm rot="5400000">
            <a:off x="5877978" y="-62162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hb sdjfvb sRectangle 19">
            <a:extLst>
              <a:ext uri="{FF2B5EF4-FFF2-40B4-BE49-F238E27FC236}">
                <a16:creationId xmlns:a16="http://schemas.microsoft.com/office/drawing/2014/main" id="{B71454C9-F328-1707-6042-7EFA678B1AF6}"/>
              </a:ext>
            </a:extLst>
          </p:cNvPr>
          <p:cNvSpPr/>
          <p:nvPr/>
        </p:nvSpPr>
        <p:spPr>
          <a:xfrm rot="5400000">
            <a:off x="5877978" y="-513420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!!cdsbhv bsdRectangle 20">
            <a:extLst>
              <a:ext uri="{FF2B5EF4-FFF2-40B4-BE49-F238E27FC236}">
                <a16:creationId xmlns:a16="http://schemas.microsoft.com/office/drawing/2014/main" id="{89617EA7-7DD1-C466-ACD4-2E82993E366D}"/>
              </a:ext>
            </a:extLst>
          </p:cNvPr>
          <p:cNvSpPr/>
          <p:nvPr/>
        </p:nvSpPr>
        <p:spPr>
          <a:xfrm rot="5400000">
            <a:off x="5877978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!!Rectangle 21 sdv sdv">
            <a:extLst>
              <a:ext uri="{FF2B5EF4-FFF2-40B4-BE49-F238E27FC236}">
                <a16:creationId xmlns:a16="http://schemas.microsoft.com/office/drawing/2014/main" id="{956B97B0-30C2-456A-946C-9E0EE109E367}"/>
              </a:ext>
            </a:extLst>
          </p:cNvPr>
          <p:cNvSpPr/>
          <p:nvPr/>
        </p:nvSpPr>
        <p:spPr>
          <a:xfrm rot="5400000">
            <a:off x="5957749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!!cưesdvcsdvRectangle 22">
            <a:extLst>
              <a:ext uri="{FF2B5EF4-FFF2-40B4-BE49-F238E27FC236}">
                <a16:creationId xmlns:a16="http://schemas.microsoft.com/office/drawing/2014/main" id="{F2DEE684-4C79-67C6-77EC-B510F1BF8A10}"/>
              </a:ext>
            </a:extLst>
          </p:cNvPr>
          <p:cNvSpPr/>
          <p:nvPr/>
        </p:nvSpPr>
        <p:spPr>
          <a:xfrm rot="5400000">
            <a:off x="5957749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dceacRectangle 23">
            <a:extLst>
              <a:ext uri="{FF2B5EF4-FFF2-40B4-BE49-F238E27FC236}">
                <a16:creationId xmlns:a16="http://schemas.microsoft.com/office/drawing/2014/main" id="{56FE2B2E-8266-E3F8-BEB0-18131598C048}"/>
              </a:ext>
            </a:extLst>
          </p:cNvPr>
          <p:cNvSpPr/>
          <p:nvPr/>
        </p:nvSpPr>
        <p:spPr>
          <a:xfrm rot="5400000">
            <a:off x="5957749" y="-33316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1" name="!!hjbdfjhv bfdjRectangle sdvcsdfv 14">
            <a:extLst>
              <a:ext uri="{FF2B5EF4-FFF2-40B4-BE49-F238E27FC236}">
                <a16:creationId xmlns:a16="http://schemas.microsoft.com/office/drawing/2014/main" id="{CB98070D-891D-1C5D-6D77-550448BE3EE5}"/>
              </a:ext>
            </a:extLst>
          </p:cNvPr>
          <p:cNvSpPr/>
          <p:nvPr/>
        </p:nvSpPr>
        <p:spPr>
          <a:xfrm>
            <a:off x="1114092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!!Rounded Rectangle 33">
            <a:extLst>
              <a:ext uri="{FF2B5EF4-FFF2-40B4-BE49-F238E27FC236}">
                <a16:creationId xmlns:a16="http://schemas.microsoft.com/office/drawing/2014/main" id="{664A73EC-315A-D91C-3CB1-143B11CB1B73}"/>
              </a:ext>
            </a:extLst>
          </p:cNvPr>
          <p:cNvSpPr/>
          <p:nvPr/>
        </p:nvSpPr>
        <p:spPr>
          <a:xfrm>
            <a:off x="801965" y="629723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!!Freeform 6">
            <a:extLst>
              <a:ext uri="{FF2B5EF4-FFF2-40B4-BE49-F238E27FC236}">
                <a16:creationId xmlns:a16="http://schemas.microsoft.com/office/drawing/2014/main" id="{7C90232A-9793-E0BE-DD22-56A3BCC63659}"/>
              </a:ext>
            </a:extLst>
          </p:cNvPr>
          <p:cNvSpPr/>
          <p:nvPr/>
        </p:nvSpPr>
        <p:spPr>
          <a:xfrm>
            <a:off x="-487081" y="3555631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Freeform 5">
            <a:extLst>
              <a:ext uri="{FF2B5EF4-FFF2-40B4-BE49-F238E27FC236}">
                <a16:creationId xmlns:a16="http://schemas.microsoft.com/office/drawing/2014/main" id="{333C570F-5677-D83D-2417-044E8E1911ED}"/>
              </a:ext>
            </a:extLst>
          </p:cNvPr>
          <p:cNvSpPr/>
          <p:nvPr/>
        </p:nvSpPr>
        <p:spPr>
          <a:xfrm>
            <a:off x="8726006" y="4695280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TextBox 38">
            <a:extLst>
              <a:ext uri="{FF2B5EF4-FFF2-40B4-BE49-F238E27FC236}">
                <a16:creationId xmlns:a16="http://schemas.microsoft.com/office/drawing/2014/main" id="{9C4ADD7E-F314-2246-B476-D9FD4EF60373}"/>
              </a:ext>
            </a:extLst>
          </p:cNvPr>
          <p:cNvSpPr txBox="1"/>
          <p:nvPr/>
        </p:nvSpPr>
        <p:spPr>
          <a:xfrm>
            <a:off x="4703691" y="589318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PHẦN 3</a:t>
            </a:r>
          </a:p>
        </p:txBody>
      </p:sp>
      <p:pic>
        <p:nvPicPr>
          <p:cNvPr id="41" name="!!Picture 40">
            <a:extLst>
              <a:ext uri="{FF2B5EF4-FFF2-40B4-BE49-F238E27FC236}">
                <a16:creationId xmlns:a16="http://schemas.microsoft.com/office/drawing/2014/main" id="{BC1B0BCD-F6A6-97BA-7D0A-BE760EB557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14593">
            <a:off x="10115028" y="140081"/>
            <a:ext cx="1707363" cy="1707363"/>
          </a:xfrm>
          <a:prstGeom prst="rect">
            <a:avLst/>
          </a:prstGeom>
        </p:spPr>
      </p:pic>
      <p:pic>
        <p:nvPicPr>
          <p:cNvPr id="43" name="!!Picture 42">
            <a:extLst>
              <a:ext uri="{FF2B5EF4-FFF2-40B4-BE49-F238E27FC236}">
                <a16:creationId xmlns:a16="http://schemas.microsoft.com/office/drawing/2014/main" id="{9F965E43-EDF6-C071-66A2-A763C653FD2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9887" t="22236" r="16269" b="18911"/>
          <a:stretch>
            <a:fillRect/>
          </a:stretch>
        </p:blipFill>
        <p:spPr>
          <a:xfrm>
            <a:off x="246786" y="111418"/>
            <a:ext cx="1961098" cy="1807752"/>
          </a:xfrm>
          <a:prstGeom prst="rect">
            <a:avLst/>
          </a:prstGeom>
        </p:spPr>
      </p:pic>
      <p:sp>
        <p:nvSpPr>
          <p:cNvPr id="68" name="!!Rectangle 49">
            <a:extLst>
              <a:ext uri="{FF2B5EF4-FFF2-40B4-BE49-F238E27FC236}">
                <a16:creationId xmlns:a16="http://schemas.microsoft.com/office/drawing/2014/main" id="{B3415A3E-AF7D-6C3F-E708-11A0EF18FB52}"/>
              </a:ext>
            </a:extLst>
          </p:cNvPr>
          <p:cNvSpPr/>
          <p:nvPr/>
        </p:nvSpPr>
        <p:spPr>
          <a:xfrm>
            <a:off x="0" y="6884154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78" name="!!Picture 54">
            <a:extLst>
              <a:ext uri="{FF2B5EF4-FFF2-40B4-BE49-F238E27FC236}">
                <a16:creationId xmlns:a16="http://schemas.microsoft.com/office/drawing/2014/main" id="{23776AD8-C03A-CA62-B55D-49C4C4F99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183085" y="1244872"/>
            <a:ext cx="5903017" cy="5903017"/>
          </a:xfrm>
          <a:prstGeom prst="rect">
            <a:avLst/>
          </a:prstGeom>
        </p:spPr>
      </p:pic>
      <p:sp>
        <p:nvSpPr>
          <p:cNvPr id="79" name="!!TextBox 58">
            <a:extLst>
              <a:ext uri="{FF2B5EF4-FFF2-40B4-BE49-F238E27FC236}">
                <a16:creationId xmlns:a16="http://schemas.microsoft.com/office/drawing/2014/main" id="{4541B218-389E-0496-9C21-18BA7D8CF91E}"/>
              </a:ext>
            </a:extLst>
          </p:cNvPr>
          <p:cNvSpPr txBox="1"/>
          <p:nvPr/>
        </p:nvSpPr>
        <p:spPr>
          <a:xfrm>
            <a:off x="-13358815" y="6278314"/>
            <a:ext cx="4472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404049"/>
                </a:solidFill>
                <a:latin typeface="SVN-Good Dog"/>
              </a:rPr>
              <a:t>LẮNG NGHE &amp; PHẢN HỒI</a:t>
            </a:r>
          </a:p>
        </p:txBody>
      </p:sp>
      <p:sp>
        <p:nvSpPr>
          <p:cNvPr id="80" name="!!TextBox 60">
            <a:extLst>
              <a:ext uri="{FF2B5EF4-FFF2-40B4-BE49-F238E27FC236}">
                <a16:creationId xmlns:a16="http://schemas.microsoft.com/office/drawing/2014/main" id="{AD1B64D6-A223-1B7F-543D-6BA08D32EC12}"/>
              </a:ext>
            </a:extLst>
          </p:cNvPr>
          <p:cNvSpPr txBox="1"/>
          <p:nvPr/>
        </p:nvSpPr>
        <p:spPr>
          <a:xfrm>
            <a:off x="-9125181" y="1090383"/>
            <a:ext cx="6640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9"/>
                </a:solidFill>
                <a:latin typeface="SVN-Good Dog"/>
              </a:rPr>
              <a:t>KỸ NĂNG TƯƠNG TÁC THỰC CHIẾN NƠI SẢN XUẤT</a:t>
            </a:r>
          </a:p>
        </p:txBody>
      </p:sp>
      <p:sp>
        <p:nvSpPr>
          <p:cNvPr id="81" name="!!Rectangle 73">
            <a:extLst>
              <a:ext uri="{FF2B5EF4-FFF2-40B4-BE49-F238E27FC236}">
                <a16:creationId xmlns:a16="http://schemas.microsoft.com/office/drawing/2014/main" id="{05DBB17A-01DF-8056-8FF1-73CB94F59435}"/>
              </a:ext>
            </a:extLst>
          </p:cNvPr>
          <p:cNvSpPr/>
          <p:nvPr/>
        </p:nvSpPr>
        <p:spPr>
          <a:xfrm>
            <a:off x="-14962184" y="387770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2" name="!!Rectangle 74">
            <a:extLst>
              <a:ext uri="{FF2B5EF4-FFF2-40B4-BE49-F238E27FC236}">
                <a16:creationId xmlns:a16="http://schemas.microsoft.com/office/drawing/2014/main" id="{240FD48A-2D7C-EDF3-8A3F-28CFFE13E991}"/>
              </a:ext>
            </a:extLst>
          </p:cNvPr>
          <p:cNvSpPr/>
          <p:nvPr/>
        </p:nvSpPr>
        <p:spPr>
          <a:xfrm>
            <a:off x="-6477157" y="388093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3" name="!!Rectangle 75">
            <a:extLst>
              <a:ext uri="{FF2B5EF4-FFF2-40B4-BE49-F238E27FC236}">
                <a16:creationId xmlns:a16="http://schemas.microsoft.com/office/drawing/2014/main" id="{622680EE-254D-6F38-B05C-D1C85AB62041}"/>
              </a:ext>
            </a:extLst>
          </p:cNvPr>
          <p:cNvSpPr/>
          <p:nvPr/>
        </p:nvSpPr>
        <p:spPr>
          <a:xfrm>
            <a:off x="-13689692" y="375443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4" name="!!Rectangle 76">
            <a:extLst>
              <a:ext uri="{FF2B5EF4-FFF2-40B4-BE49-F238E27FC236}">
                <a16:creationId xmlns:a16="http://schemas.microsoft.com/office/drawing/2014/main" id="{E8184CDB-D6DD-FC8E-0954-87B53253A7BB}"/>
              </a:ext>
            </a:extLst>
          </p:cNvPr>
          <p:cNvSpPr/>
          <p:nvPr/>
        </p:nvSpPr>
        <p:spPr>
          <a:xfrm>
            <a:off x="-5362189" y="375766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5" name="!!TextBox 77">
            <a:extLst>
              <a:ext uri="{FF2B5EF4-FFF2-40B4-BE49-F238E27FC236}">
                <a16:creationId xmlns:a16="http://schemas.microsoft.com/office/drawing/2014/main" id="{0A9D25B8-9CE7-BBB2-12F4-0FCE26D2D179}"/>
              </a:ext>
            </a:extLst>
          </p:cNvPr>
          <p:cNvSpPr txBox="1"/>
          <p:nvPr/>
        </p:nvSpPr>
        <p:spPr>
          <a:xfrm>
            <a:off x="-14162414" y="4215306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86" name="!!TextBox 78">
            <a:extLst>
              <a:ext uri="{FF2B5EF4-FFF2-40B4-BE49-F238E27FC236}">
                <a16:creationId xmlns:a16="http://schemas.microsoft.com/office/drawing/2014/main" id="{12B1E760-3EB0-CB5A-7D63-DFE031E2C0D0}"/>
              </a:ext>
            </a:extLst>
          </p:cNvPr>
          <p:cNvSpPr txBox="1"/>
          <p:nvPr/>
        </p:nvSpPr>
        <p:spPr>
          <a:xfrm>
            <a:off x="-5763169" y="4182800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7" name="!!TextBox 79">
            <a:extLst>
              <a:ext uri="{FF2B5EF4-FFF2-40B4-BE49-F238E27FC236}">
                <a16:creationId xmlns:a16="http://schemas.microsoft.com/office/drawing/2014/main" id="{B115D466-133F-3BC9-62D9-8A527C24A4CA}"/>
              </a:ext>
            </a:extLst>
          </p:cNvPr>
          <p:cNvSpPr txBox="1"/>
          <p:nvPr/>
        </p:nvSpPr>
        <p:spPr>
          <a:xfrm>
            <a:off x="-11346724" y="3676960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LẮNG NGHE L.A.C.E</a:t>
            </a:r>
          </a:p>
        </p:txBody>
      </p:sp>
      <p:sp>
        <p:nvSpPr>
          <p:cNvPr id="88" name="!!TextBox 80">
            <a:extLst>
              <a:ext uri="{FF2B5EF4-FFF2-40B4-BE49-F238E27FC236}">
                <a16:creationId xmlns:a16="http://schemas.microsoft.com/office/drawing/2014/main" id="{1F3A217B-9B67-062D-18C2-9E25F6725375}"/>
              </a:ext>
            </a:extLst>
          </p:cNvPr>
          <p:cNvSpPr txBox="1"/>
          <p:nvPr/>
        </p:nvSpPr>
        <p:spPr>
          <a:xfrm>
            <a:off x="-3144141" y="3812554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PHẢN HỒI SANDWICH</a:t>
            </a:r>
          </a:p>
        </p:txBody>
      </p:sp>
      <p:sp>
        <p:nvSpPr>
          <p:cNvPr id="89" name="!!TextBox 82">
            <a:extLst>
              <a:ext uri="{FF2B5EF4-FFF2-40B4-BE49-F238E27FC236}">
                <a16:creationId xmlns:a16="http://schemas.microsoft.com/office/drawing/2014/main" id="{7B2BA43B-D696-860D-4A99-1136A2A32DA4}"/>
              </a:ext>
            </a:extLst>
          </p:cNvPr>
          <p:cNvSpPr txBox="1"/>
          <p:nvPr/>
        </p:nvSpPr>
        <p:spPr>
          <a:xfrm>
            <a:off x="-13052357" y="4327464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04049"/>
                </a:solidFill>
                <a:latin typeface="SVN-Good Dog"/>
              </a:rPr>
              <a:t>• L - Listen: Tập trung lắng nghe, bỏ định kiến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• A - Acknowledge: Thể hiện đã nhận tin (gật đầu)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• C - Check: Nhắc lại ý hiểu để xác thực thông tin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• E - Enquire: Đặt câu hỏi mở làm rõ bản chất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* 5 mức nghe: Phớt lờ -&gt; Giả vờ -&gt; Chọn lọc -&gt; Chăm chú -&gt; Chủ động</a:t>
            </a:r>
          </a:p>
        </p:txBody>
      </p:sp>
      <p:sp>
        <p:nvSpPr>
          <p:cNvPr id="90" name="!!TextBox 83">
            <a:extLst>
              <a:ext uri="{FF2B5EF4-FFF2-40B4-BE49-F238E27FC236}">
                <a16:creationId xmlns:a16="http://schemas.microsoft.com/office/drawing/2014/main" id="{40568016-A82D-7088-8415-7F000D1EF205}"/>
              </a:ext>
            </a:extLst>
          </p:cNvPr>
          <p:cNvSpPr txBox="1"/>
          <p:nvPr/>
        </p:nvSpPr>
        <p:spPr>
          <a:xfrm>
            <a:off x="-4488573" y="4369685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04049"/>
                </a:solidFill>
                <a:latin typeface="SVN-Good Dog"/>
              </a:rPr>
              <a:t>• Vỏ bánh 1: Ghi nhận điểm tốt + 'Và sẽ tốt hơn nếu...'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• Nhân bánh: Nêu điểm sai sót/chưa đạt trên tinh thần xây dựng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• Vỏ bánh 2: Đưa ra gợi ý cải tiến cụ thể, động viên tích cực</a:t>
            </a:r>
          </a:p>
          <a:p>
            <a:r>
              <a:rPr sz="1600">
                <a:solidFill>
                  <a:srgbClr val="404049"/>
                </a:solidFill>
                <a:latin typeface="SVN-Good Dog"/>
              </a:rPr>
              <a:t>* LƯU Ý SỐNG CÒN: Tuyệt đối tránh dùng từ 'NHƯNG' khi phản hồi!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E00ABFB-9C52-46E3-4ECF-FA695A14A62B}"/>
              </a:ext>
            </a:extLst>
          </p:cNvPr>
          <p:cNvGrpSpPr/>
          <p:nvPr/>
        </p:nvGrpSpPr>
        <p:grpSpPr>
          <a:xfrm>
            <a:off x="-12463732" y="2237143"/>
            <a:ext cx="1380401" cy="1380401"/>
            <a:chOff x="342448" y="2527711"/>
            <a:chExt cx="1380401" cy="138040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E0047D7-3FCE-3539-29F1-FA07E49B05EF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56F2329-C9C9-4E61-9587-E3E4D52C8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B982B34-63EE-0686-DEFF-2C0F1FC6860D}"/>
              </a:ext>
            </a:extLst>
          </p:cNvPr>
          <p:cNvGrpSpPr/>
          <p:nvPr/>
        </p:nvGrpSpPr>
        <p:grpSpPr>
          <a:xfrm>
            <a:off x="-8510845" y="2237143"/>
            <a:ext cx="1380401" cy="1380401"/>
            <a:chOff x="1973810" y="2527711"/>
            <a:chExt cx="1380401" cy="1380401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D289EFC-C063-39E0-75E7-D1EC0DA74BED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1F88496-480B-DCE3-121F-475CB46AC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0DEB0D3-D536-300B-960C-EB1938711158}"/>
              </a:ext>
            </a:extLst>
          </p:cNvPr>
          <p:cNvGrpSpPr/>
          <p:nvPr/>
        </p:nvGrpSpPr>
        <p:grpSpPr>
          <a:xfrm>
            <a:off x="-3463823" y="1916684"/>
            <a:ext cx="1380401" cy="1680415"/>
            <a:chOff x="3784377" y="2207252"/>
            <a:chExt cx="1380401" cy="1680415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77E1765-A4FC-EE56-0251-AD1847280FC0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C18E18E-267B-A602-087C-8CDD18E0C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493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1CC50-D1F1-CC5C-9C81-EBDE3F35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!! fjnsnv ịdfknvRounded Rectangle 1">
            <a:extLst>
              <a:ext uri="{FF2B5EF4-FFF2-40B4-BE49-F238E27FC236}">
                <a16:creationId xmlns:a16="http://schemas.microsoft.com/office/drawing/2014/main" id="{A5F389E8-25C4-9385-A725-78296BD09051}"/>
              </a:ext>
            </a:extLst>
          </p:cNvPr>
          <p:cNvSpPr/>
          <p:nvPr/>
        </p:nvSpPr>
        <p:spPr>
          <a:xfrm>
            <a:off x="853221" y="11284037"/>
            <a:ext cx="10265132" cy="5182759"/>
          </a:xfrm>
          <a:prstGeom prst="roundRect">
            <a:avLst>
              <a:gd name="adj" fmla="val 8964"/>
            </a:avLst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7" name="!!vúcifvnfsuivnfisRounded Rectangle 3">
            <a:extLst>
              <a:ext uri="{FF2B5EF4-FFF2-40B4-BE49-F238E27FC236}">
                <a16:creationId xmlns:a16="http://schemas.microsoft.com/office/drawing/2014/main" id="{1124A1E5-440B-DB13-1DE6-804A5FDBA497}"/>
              </a:ext>
            </a:extLst>
          </p:cNvPr>
          <p:cNvSpPr/>
          <p:nvPr/>
        </p:nvSpPr>
        <p:spPr>
          <a:xfrm>
            <a:off x="970197" y="9681644"/>
            <a:ext cx="10265132" cy="5182759"/>
          </a:xfrm>
          <a:prstGeom prst="roundRect">
            <a:avLst>
              <a:gd name="adj" fmla="val 7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8" name="!!cjnsdjvcnRound Same Side Corner Rectangle 5">
            <a:extLst>
              <a:ext uri="{FF2B5EF4-FFF2-40B4-BE49-F238E27FC236}">
                <a16:creationId xmlns:a16="http://schemas.microsoft.com/office/drawing/2014/main" id="{F1339E1E-4F52-ED6B-6323-24030074192C}"/>
              </a:ext>
            </a:extLst>
          </p:cNvPr>
          <p:cNvSpPr/>
          <p:nvPr/>
        </p:nvSpPr>
        <p:spPr>
          <a:xfrm rot="5400000">
            <a:off x="6077666" y="9706740"/>
            <a:ext cx="5182759" cy="5132566"/>
          </a:xfrm>
          <a:prstGeom prst="round2SameRect">
            <a:avLst>
              <a:gd name="adj1" fmla="val 8637"/>
              <a:gd name="adj2" fmla="val 0"/>
            </a:avLst>
          </a:prstGeom>
          <a:solidFill>
            <a:srgbClr val="FFEFC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9" name="!!cuihdiFreeform 10">
            <a:extLst>
              <a:ext uri="{FF2B5EF4-FFF2-40B4-BE49-F238E27FC236}">
                <a16:creationId xmlns:a16="http://schemas.microsoft.com/office/drawing/2014/main" id="{DB473EDE-9C89-E01E-FD6C-3166F4EF7942}"/>
              </a:ext>
            </a:extLst>
          </p:cNvPr>
          <p:cNvSpPr/>
          <p:nvPr/>
        </p:nvSpPr>
        <p:spPr>
          <a:xfrm>
            <a:off x="2973240" y="12464753"/>
            <a:ext cx="6371180" cy="8806237"/>
          </a:xfrm>
          <a:custGeom>
            <a:avLst/>
            <a:gdLst/>
            <a:ahLst/>
            <a:cxnLst/>
            <a:rect l="l" t="t" r="r" b="b"/>
            <a:pathLst>
              <a:path w="3721386" h="5143695">
                <a:moveTo>
                  <a:pt x="0" y="0"/>
                </a:moveTo>
                <a:lnTo>
                  <a:pt x="3721386" y="0"/>
                </a:lnTo>
                <a:lnTo>
                  <a:pt x="3721386" y="5143696"/>
                </a:lnTo>
                <a:lnTo>
                  <a:pt x="0" y="514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0" name="!!cjnsdivcjnRounded Rectangle 9">
            <a:extLst>
              <a:ext uri="{FF2B5EF4-FFF2-40B4-BE49-F238E27FC236}">
                <a16:creationId xmlns:a16="http://schemas.microsoft.com/office/drawing/2014/main" id="{B8A4C06A-5BB3-D1B9-3880-1B0433BB4A59}"/>
              </a:ext>
            </a:extLst>
          </p:cNvPr>
          <p:cNvSpPr/>
          <p:nvPr/>
        </p:nvSpPr>
        <p:spPr>
          <a:xfrm>
            <a:off x="1904231" y="11253192"/>
            <a:ext cx="2674272" cy="644942"/>
          </a:xfrm>
          <a:custGeom>
            <a:avLst/>
            <a:gdLst>
              <a:gd name="csX0" fmla="*/ 0 w 2674272"/>
              <a:gd name="csY0" fmla="*/ 322471 h 644942"/>
              <a:gd name="csX1" fmla="*/ 322471 w 2674272"/>
              <a:gd name="csY1" fmla="*/ 0 h 644942"/>
              <a:gd name="csX2" fmla="*/ 958328 w 2674272"/>
              <a:gd name="csY2" fmla="*/ 0 h 644942"/>
              <a:gd name="csX3" fmla="*/ 1614478 w 2674272"/>
              <a:gd name="csY3" fmla="*/ 0 h 644942"/>
              <a:gd name="csX4" fmla="*/ 2351801 w 2674272"/>
              <a:gd name="csY4" fmla="*/ 0 h 644942"/>
              <a:gd name="csX5" fmla="*/ 2674272 w 2674272"/>
              <a:gd name="csY5" fmla="*/ 322471 h 644942"/>
              <a:gd name="csX6" fmla="*/ 2674272 w 2674272"/>
              <a:gd name="csY6" fmla="*/ 322471 h 644942"/>
              <a:gd name="csX7" fmla="*/ 2351801 w 2674272"/>
              <a:gd name="csY7" fmla="*/ 644942 h 644942"/>
              <a:gd name="csX8" fmla="*/ 1715944 w 2674272"/>
              <a:gd name="csY8" fmla="*/ 644942 h 644942"/>
              <a:gd name="csX9" fmla="*/ 1019208 w 2674272"/>
              <a:gd name="csY9" fmla="*/ 644942 h 644942"/>
              <a:gd name="csX10" fmla="*/ 322471 w 2674272"/>
              <a:gd name="csY10" fmla="*/ 644942 h 644942"/>
              <a:gd name="csX11" fmla="*/ 0 w 2674272"/>
              <a:gd name="csY11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674272" h="644942" fill="none" extrusionOk="0">
                <a:moveTo>
                  <a:pt x="0" y="322471"/>
                </a:moveTo>
                <a:cubicBezTo>
                  <a:pt x="5633" y="109382"/>
                  <a:pt x="153963" y="-10096"/>
                  <a:pt x="322471" y="0"/>
                </a:cubicBezTo>
                <a:cubicBezTo>
                  <a:pt x="513047" y="-17578"/>
                  <a:pt x="771042" y="-11576"/>
                  <a:pt x="958328" y="0"/>
                </a:cubicBezTo>
                <a:cubicBezTo>
                  <a:pt x="1145614" y="11576"/>
                  <a:pt x="1288728" y="3251"/>
                  <a:pt x="1614478" y="0"/>
                </a:cubicBezTo>
                <a:cubicBezTo>
                  <a:pt x="1940228" y="-3251"/>
                  <a:pt x="1995161" y="-30581"/>
                  <a:pt x="2351801" y="0"/>
                </a:cubicBezTo>
                <a:cubicBezTo>
                  <a:pt x="2519153" y="25085"/>
                  <a:pt x="2679078" y="125867"/>
                  <a:pt x="2674272" y="322471"/>
                </a:cubicBezTo>
                <a:lnTo>
                  <a:pt x="2674272" y="322471"/>
                </a:lnTo>
                <a:cubicBezTo>
                  <a:pt x="2698074" y="520761"/>
                  <a:pt x="2546752" y="640146"/>
                  <a:pt x="2351801" y="644942"/>
                </a:cubicBezTo>
                <a:cubicBezTo>
                  <a:pt x="2140697" y="614078"/>
                  <a:pt x="1880601" y="645048"/>
                  <a:pt x="1715944" y="644942"/>
                </a:cubicBezTo>
                <a:cubicBezTo>
                  <a:pt x="1551287" y="644836"/>
                  <a:pt x="1359210" y="628064"/>
                  <a:pt x="1019208" y="644942"/>
                </a:cubicBezTo>
                <a:cubicBezTo>
                  <a:pt x="679206" y="661820"/>
                  <a:pt x="477352" y="636046"/>
                  <a:pt x="322471" y="644942"/>
                </a:cubicBezTo>
                <a:cubicBezTo>
                  <a:pt x="111244" y="627951"/>
                  <a:pt x="-911" y="506503"/>
                  <a:pt x="0" y="322471"/>
                </a:cubicBezTo>
                <a:close/>
              </a:path>
              <a:path w="2674272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1393" y="21488"/>
                  <a:pt x="810394" y="-19715"/>
                  <a:pt x="958328" y="0"/>
                </a:cubicBezTo>
                <a:cubicBezTo>
                  <a:pt x="1106262" y="19715"/>
                  <a:pt x="1452547" y="15675"/>
                  <a:pt x="1655064" y="0"/>
                </a:cubicBezTo>
                <a:cubicBezTo>
                  <a:pt x="1857581" y="-15675"/>
                  <a:pt x="2051510" y="-19165"/>
                  <a:pt x="2351801" y="0"/>
                </a:cubicBezTo>
                <a:cubicBezTo>
                  <a:pt x="2510269" y="16255"/>
                  <a:pt x="2676371" y="137865"/>
                  <a:pt x="2674272" y="322471"/>
                </a:cubicBezTo>
                <a:lnTo>
                  <a:pt x="2674272" y="322471"/>
                </a:lnTo>
                <a:cubicBezTo>
                  <a:pt x="2670292" y="490713"/>
                  <a:pt x="2524286" y="646795"/>
                  <a:pt x="2351801" y="644942"/>
                </a:cubicBezTo>
                <a:cubicBezTo>
                  <a:pt x="2047545" y="634655"/>
                  <a:pt x="1917274" y="621391"/>
                  <a:pt x="1695651" y="644942"/>
                </a:cubicBezTo>
                <a:cubicBezTo>
                  <a:pt x="1474028" y="668494"/>
                  <a:pt x="1260850" y="664981"/>
                  <a:pt x="1019208" y="644942"/>
                </a:cubicBezTo>
                <a:cubicBezTo>
                  <a:pt x="777566" y="624903"/>
                  <a:pt x="560988" y="621923"/>
                  <a:pt x="322471" y="644942"/>
                </a:cubicBezTo>
                <a:cubicBezTo>
                  <a:pt x="104733" y="641212"/>
                  <a:pt x="19691" y="53499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7 BƯỚC GÓP Ý SỬA LỖI</a:t>
            </a:r>
          </a:p>
        </p:txBody>
      </p:sp>
      <p:sp>
        <p:nvSpPr>
          <p:cNvPr id="91" name="!!uhvcidsuhviRounded Rectangle 10">
            <a:extLst>
              <a:ext uri="{FF2B5EF4-FFF2-40B4-BE49-F238E27FC236}">
                <a16:creationId xmlns:a16="http://schemas.microsoft.com/office/drawing/2014/main" id="{0BBB0463-1D23-12E5-5F23-C84771C3D3AF}"/>
              </a:ext>
            </a:extLst>
          </p:cNvPr>
          <p:cNvSpPr/>
          <p:nvPr/>
        </p:nvSpPr>
        <p:spPr>
          <a:xfrm>
            <a:off x="7700749" y="11575663"/>
            <a:ext cx="2674272" cy="644942"/>
          </a:xfrm>
          <a:solidFill>
            <a:srgbClr val="FEA9B6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KỸ NĂNG NÓI 'KHÔNG'</a:t>
            </a:r>
          </a:p>
        </p:txBody>
      </p:sp>
      <p:sp>
        <p:nvSpPr>
          <p:cNvPr id="92" name="!!chbewivcbTextBox 12">
            <a:extLst>
              <a:ext uri="{FF2B5EF4-FFF2-40B4-BE49-F238E27FC236}">
                <a16:creationId xmlns:a16="http://schemas.microsoft.com/office/drawing/2014/main" id="{4D3BCF0C-12FC-39E9-FB0E-819B42F0E83C}"/>
              </a:ext>
            </a:extLst>
          </p:cNvPr>
          <p:cNvSpPr txBox="1"/>
          <p:nvPr/>
        </p:nvSpPr>
        <p:spPr>
          <a:xfrm>
            <a:off x="956671" y="12329130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04049"/>
                </a:solidFill>
                <a:latin typeface="SVN-Good Dog"/>
              </a:rPr>
              <a:t>1. Nêu lỗi cụ thể rõ ràng, minh chứng xác thực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2. Giải thích ảnh hưởng đến chuyền sản xuất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3. Lắng nghe lý do của nhân viên (hỏi nguyên nhân)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4. Giúp nhân viên nhận thức và chấp nhận lỗi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5. Đạt được cam kết sửa chữa từ nhân viên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6. Khuyến khích cải tiến, hỗ trợ đào tạo lại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7. Giải thích biện pháp kỷ luật nếu tái phạm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* Tôn chỉ: Sửa lỗi để tiến bộ, không làm nhân viên 'quê'!</a:t>
            </a:r>
          </a:p>
        </p:txBody>
      </p:sp>
      <p:sp>
        <p:nvSpPr>
          <p:cNvPr id="93" name="!!vfuihsuvfTextBox 13">
            <a:extLst>
              <a:ext uri="{FF2B5EF4-FFF2-40B4-BE49-F238E27FC236}">
                <a16:creationId xmlns:a16="http://schemas.microsoft.com/office/drawing/2014/main" id="{6070CFE3-F717-D313-C576-7B7E1D153A04}"/>
              </a:ext>
            </a:extLst>
          </p:cNvPr>
          <p:cNvSpPr txBox="1"/>
          <p:nvPr/>
        </p:nvSpPr>
        <p:spPr>
          <a:xfrm>
            <a:off x="7058976" y="13632427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04049"/>
                </a:solidFill>
                <a:latin typeface="SVN-Good Dog"/>
              </a:rPr>
              <a:t>• Quản lý tài khoản thời gian 1.440 phút/ngày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Áp dụng nguyên lý Pareto 80/20 tập trung việc cốt lõi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Không biết nói 'Không' dẫn đến quá tải và mất uy tín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Nói 'Không' khéo léo để bảo đảm chất lượng cam kết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Thấu hiểu &amp; dung hòa khoảng cách thế hệ (Gen Z, Y, X)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Coi tập thể Biti's như 'Hộp bút chì màu' đa sắc đa tài!</a:t>
            </a:r>
          </a:p>
        </p:txBody>
      </p:sp>
      <p:pic>
        <p:nvPicPr>
          <p:cNvPr id="52" name="!!cdnhuisuvhnfPicture 51">
            <a:extLst>
              <a:ext uri="{FF2B5EF4-FFF2-40B4-BE49-F238E27FC236}">
                <a16:creationId xmlns:a16="http://schemas.microsoft.com/office/drawing/2014/main" id="{E53EB1E5-614D-DC56-74A5-6380D8DEF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6016">
            <a:off x="6270787" y="-218497"/>
            <a:ext cx="5092012" cy="5092012"/>
          </a:xfrm>
          <a:prstGeom prst="rect">
            <a:avLst/>
          </a:prstGeom>
        </p:spPr>
      </p:pic>
      <p:sp>
        <p:nvSpPr>
          <p:cNvPr id="3" name="!!Recta csdvcsdfvfsngle 1">
            <a:extLst>
              <a:ext uri="{FF2B5EF4-FFF2-40B4-BE49-F238E27FC236}">
                <a16:creationId xmlns:a16="http://schemas.microsoft.com/office/drawing/2014/main" id="{2B1FC697-9EB1-737C-1FBE-B03576EABE76}"/>
              </a:ext>
            </a:extLst>
          </p:cNvPr>
          <p:cNvSpPr/>
          <p:nvPr/>
        </p:nvSpPr>
        <p:spPr>
          <a:xfrm>
            <a:off x="503608" y="944215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Rectangle 3 cdsvsfv">
            <a:extLst>
              <a:ext uri="{FF2B5EF4-FFF2-40B4-BE49-F238E27FC236}">
                <a16:creationId xmlns:a16="http://schemas.microsoft.com/office/drawing/2014/main" id="{CF94193E-EEFB-9529-82E8-1B08977F7502}"/>
              </a:ext>
            </a:extLst>
          </p:cNvPr>
          <p:cNvSpPr/>
          <p:nvPr/>
        </p:nvSpPr>
        <p:spPr>
          <a:xfrm>
            <a:off x="1585652" y="-868069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vjksfnv ìndbvRectangle 4">
            <a:extLst>
              <a:ext uri="{FF2B5EF4-FFF2-40B4-BE49-F238E27FC236}">
                <a16:creationId xmlns:a16="http://schemas.microsoft.com/office/drawing/2014/main" id="{E0247F10-4C52-B1A7-6BB9-AFE465B64ED8}"/>
              </a:ext>
            </a:extLst>
          </p:cNvPr>
          <p:cNvSpPr/>
          <p:nvPr/>
        </p:nvSpPr>
        <p:spPr>
          <a:xfrm>
            <a:off x="2823902" y="8687535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!!cýdbhvy bfsRectangle 5">
            <a:extLst>
              <a:ext uri="{FF2B5EF4-FFF2-40B4-BE49-F238E27FC236}">
                <a16:creationId xmlns:a16="http://schemas.microsoft.com/office/drawing/2014/main" id="{2E0CBD0C-A164-6A0B-75C8-56BD208034F9}"/>
              </a:ext>
            </a:extLst>
          </p:cNvPr>
          <p:cNvSpPr/>
          <p:nvPr/>
        </p:nvSpPr>
        <p:spPr>
          <a:xfrm>
            <a:off x="4066402" y="-884599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!!chsdhuyvhbfsRectangle 6">
            <a:extLst>
              <a:ext uri="{FF2B5EF4-FFF2-40B4-BE49-F238E27FC236}">
                <a16:creationId xmlns:a16="http://schemas.microsoft.com/office/drawing/2014/main" id="{CDD41DE0-A8C7-B4F4-57D8-6E5079A1C5B7}"/>
              </a:ext>
            </a:extLst>
          </p:cNvPr>
          <p:cNvSpPr/>
          <p:nvPr/>
        </p:nvSpPr>
        <p:spPr>
          <a:xfrm>
            <a:off x="5148446" y="905176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!!cgyuudsgvysuRectangle 8">
            <a:extLst>
              <a:ext uri="{FF2B5EF4-FFF2-40B4-BE49-F238E27FC236}">
                <a16:creationId xmlns:a16="http://schemas.microsoft.com/office/drawing/2014/main" id="{7BD180BA-F4BC-317E-2C26-7EC04610611F}"/>
              </a:ext>
            </a:extLst>
          </p:cNvPr>
          <p:cNvSpPr/>
          <p:nvPr/>
        </p:nvSpPr>
        <p:spPr>
          <a:xfrm>
            <a:off x="6386696" y="-8722142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!!fycsduybvfRectangle 9">
            <a:extLst>
              <a:ext uri="{FF2B5EF4-FFF2-40B4-BE49-F238E27FC236}">
                <a16:creationId xmlns:a16="http://schemas.microsoft.com/office/drawing/2014/main" id="{B9DA440D-DBA7-E7E1-D044-9F7998D70C9B}"/>
              </a:ext>
            </a:extLst>
          </p:cNvPr>
          <p:cNvSpPr/>
          <p:nvPr/>
        </p:nvSpPr>
        <p:spPr>
          <a:xfrm>
            <a:off x="7565193" y="913243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!!chbydsjvb fdRectangle 12">
            <a:extLst>
              <a:ext uri="{FF2B5EF4-FFF2-40B4-BE49-F238E27FC236}">
                <a16:creationId xmlns:a16="http://schemas.microsoft.com/office/drawing/2014/main" id="{8B4D138C-7E53-E3CE-BB64-3E0A083A93C6}"/>
              </a:ext>
            </a:extLst>
          </p:cNvPr>
          <p:cNvSpPr/>
          <p:nvPr/>
        </p:nvSpPr>
        <p:spPr>
          <a:xfrm>
            <a:off x="8645406" y="-10182829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7" name="!!hjbdfjhv bfdjRectangle 14">
            <a:extLst>
              <a:ext uri="{FF2B5EF4-FFF2-40B4-BE49-F238E27FC236}">
                <a16:creationId xmlns:a16="http://schemas.microsoft.com/office/drawing/2014/main" id="{CF2BADB0-2B50-B100-EC61-50AE20DE9FD8}"/>
              </a:ext>
            </a:extLst>
          </p:cNvPr>
          <p:cNvSpPr/>
          <p:nvPr/>
        </p:nvSpPr>
        <p:spPr>
          <a:xfrm>
            <a:off x="9883656" y="9274298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!! fjknd nkjdfRectangle 18">
            <a:extLst>
              <a:ext uri="{FF2B5EF4-FFF2-40B4-BE49-F238E27FC236}">
                <a16:creationId xmlns:a16="http://schemas.microsoft.com/office/drawing/2014/main" id="{8F6B9790-67F5-CBF9-73AD-4C09089E4D14}"/>
              </a:ext>
            </a:extLst>
          </p:cNvPr>
          <p:cNvSpPr/>
          <p:nvPr/>
        </p:nvSpPr>
        <p:spPr>
          <a:xfrm rot="5400000">
            <a:off x="-8110833" y="-62141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!!hb sdjfvb sRectangle 19">
            <a:extLst>
              <a:ext uri="{FF2B5EF4-FFF2-40B4-BE49-F238E27FC236}">
                <a16:creationId xmlns:a16="http://schemas.microsoft.com/office/drawing/2014/main" id="{1C658A1F-FD39-EE60-F605-039045409725}"/>
              </a:ext>
            </a:extLst>
          </p:cNvPr>
          <p:cNvSpPr/>
          <p:nvPr/>
        </p:nvSpPr>
        <p:spPr>
          <a:xfrm rot="5400000">
            <a:off x="20679374" y="-510681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5" name="!!cdsbhv bsdRectangle 20">
            <a:extLst>
              <a:ext uri="{FF2B5EF4-FFF2-40B4-BE49-F238E27FC236}">
                <a16:creationId xmlns:a16="http://schemas.microsoft.com/office/drawing/2014/main" id="{88CFF78A-CA33-3176-C4DE-ADBAE9348B8B}"/>
              </a:ext>
            </a:extLst>
          </p:cNvPr>
          <p:cNvSpPr/>
          <p:nvPr/>
        </p:nvSpPr>
        <p:spPr>
          <a:xfrm rot="5400000">
            <a:off x="-7646100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6" name="!!Rectangle 21 sdv sdv">
            <a:extLst>
              <a:ext uri="{FF2B5EF4-FFF2-40B4-BE49-F238E27FC236}">
                <a16:creationId xmlns:a16="http://schemas.microsoft.com/office/drawing/2014/main" id="{92239A88-3A11-D0CC-EE6A-FD7048B1FF2B}"/>
              </a:ext>
            </a:extLst>
          </p:cNvPr>
          <p:cNvSpPr/>
          <p:nvPr/>
        </p:nvSpPr>
        <p:spPr>
          <a:xfrm rot="5400000">
            <a:off x="21646930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7" name="!!cưesdvcsdvRectangle 22">
            <a:extLst>
              <a:ext uri="{FF2B5EF4-FFF2-40B4-BE49-F238E27FC236}">
                <a16:creationId xmlns:a16="http://schemas.microsoft.com/office/drawing/2014/main" id="{22B1954E-42B5-95A7-8CE5-EBBA4DC4E75C}"/>
              </a:ext>
            </a:extLst>
          </p:cNvPr>
          <p:cNvSpPr/>
          <p:nvPr/>
        </p:nvSpPr>
        <p:spPr>
          <a:xfrm rot="5400000">
            <a:off x="-8687703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8" name="!!dceacRectangle 23">
            <a:extLst>
              <a:ext uri="{FF2B5EF4-FFF2-40B4-BE49-F238E27FC236}">
                <a16:creationId xmlns:a16="http://schemas.microsoft.com/office/drawing/2014/main" id="{C447801F-B982-5BB8-4B68-9DF02EF840AE}"/>
              </a:ext>
            </a:extLst>
          </p:cNvPr>
          <p:cNvSpPr/>
          <p:nvPr/>
        </p:nvSpPr>
        <p:spPr>
          <a:xfrm rot="5400000">
            <a:off x="22057027" y="-308930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9" name="!!hjbdfjhv bfdjRectangle sdvcsdfv 14">
            <a:extLst>
              <a:ext uri="{FF2B5EF4-FFF2-40B4-BE49-F238E27FC236}">
                <a16:creationId xmlns:a16="http://schemas.microsoft.com/office/drawing/2014/main" id="{28BD81DE-09D3-6C5B-4070-BD9DAA927F18}"/>
              </a:ext>
            </a:extLst>
          </p:cNvPr>
          <p:cNvSpPr/>
          <p:nvPr/>
        </p:nvSpPr>
        <p:spPr>
          <a:xfrm>
            <a:off x="11140922" y="-9332761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!!Rounded Rectangle 33">
            <a:extLst>
              <a:ext uri="{FF2B5EF4-FFF2-40B4-BE49-F238E27FC236}">
                <a16:creationId xmlns:a16="http://schemas.microsoft.com/office/drawing/2014/main" id="{152C6634-BC8B-80A8-84B7-579B345CDB07}"/>
              </a:ext>
            </a:extLst>
          </p:cNvPr>
          <p:cNvSpPr/>
          <p:nvPr/>
        </p:nvSpPr>
        <p:spPr>
          <a:xfrm>
            <a:off x="13603482" y="629723"/>
            <a:ext cx="10588070" cy="5767728"/>
          </a:xfrm>
          <a:custGeom>
            <a:avLst/>
            <a:gdLst>
              <a:gd name="csX0" fmla="*/ 0 w 10588070"/>
              <a:gd name="csY0" fmla="*/ 579195 h 5767728"/>
              <a:gd name="csX1" fmla="*/ 579195 w 10588070"/>
              <a:gd name="csY1" fmla="*/ 0 h 5767728"/>
              <a:gd name="csX2" fmla="*/ 885660 w 10588070"/>
              <a:gd name="csY2" fmla="*/ 0 h 5767728"/>
              <a:gd name="csX3" fmla="*/ 1192124 w 10588070"/>
              <a:gd name="csY3" fmla="*/ 0 h 5767728"/>
              <a:gd name="csX4" fmla="*/ 1498589 w 10588070"/>
              <a:gd name="csY4" fmla="*/ 0 h 5767728"/>
              <a:gd name="csX5" fmla="*/ 1993647 w 10588070"/>
              <a:gd name="csY5" fmla="*/ 0 h 5767728"/>
              <a:gd name="csX6" fmla="*/ 2771596 w 10588070"/>
              <a:gd name="csY6" fmla="*/ 0 h 5767728"/>
              <a:gd name="csX7" fmla="*/ 3360951 w 10588070"/>
              <a:gd name="csY7" fmla="*/ 0 h 5767728"/>
              <a:gd name="csX8" fmla="*/ 3856009 w 10588070"/>
              <a:gd name="csY8" fmla="*/ 0 h 5767728"/>
              <a:gd name="csX9" fmla="*/ 4351067 w 10588070"/>
              <a:gd name="csY9" fmla="*/ 0 h 5767728"/>
              <a:gd name="csX10" fmla="*/ 4846125 w 10588070"/>
              <a:gd name="csY10" fmla="*/ 0 h 5767728"/>
              <a:gd name="csX11" fmla="*/ 5435480 w 10588070"/>
              <a:gd name="csY11" fmla="*/ 0 h 5767728"/>
              <a:gd name="csX12" fmla="*/ 6213429 w 10588070"/>
              <a:gd name="csY12" fmla="*/ 0 h 5767728"/>
              <a:gd name="csX13" fmla="*/ 6897081 w 10588070"/>
              <a:gd name="csY13" fmla="*/ 0 h 5767728"/>
              <a:gd name="csX14" fmla="*/ 7580732 w 10588070"/>
              <a:gd name="csY14" fmla="*/ 0 h 5767728"/>
              <a:gd name="csX15" fmla="*/ 7981494 w 10588070"/>
              <a:gd name="csY15" fmla="*/ 0 h 5767728"/>
              <a:gd name="csX16" fmla="*/ 8570849 w 10588070"/>
              <a:gd name="csY16" fmla="*/ 0 h 5767728"/>
              <a:gd name="csX17" fmla="*/ 9065907 w 10588070"/>
              <a:gd name="csY17" fmla="*/ 0 h 5767728"/>
              <a:gd name="csX18" fmla="*/ 10008875 w 10588070"/>
              <a:gd name="csY18" fmla="*/ 0 h 5767728"/>
              <a:gd name="csX19" fmla="*/ 10588070 w 10588070"/>
              <a:gd name="csY19" fmla="*/ 579195 h 5767728"/>
              <a:gd name="csX20" fmla="*/ 10588070 w 10588070"/>
              <a:gd name="csY20" fmla="*/ 1017082 h 5767728"/>
              <a:gd name="csX21" fmla="*/ 10588070 w 10588070"/>
              <a:gd name="csY21" fmla="*/ 1593249 h 5767728"/>
              <a:gd name="csX22" fmla="*/ 10588070 w 10588070"/>
              <a:gd name="csY22" fmla="*/ 2077230 h 5767728"/>
              <a:gd name="csX23" fmla="*/ 10588070 w 10588070"/>
              <a:gd name="csY23" fmla="*/ 2607304 h 5767728"/>
              <a:gd name="csX24" fmla="*/ 10588070 w 10588070"/>
              <a:gd name="csY24" fmla="*/ 3045191 h 5767728"/>
              <a:gd name="csX25" fmla="*/ 10588070 w 10588070"/>
              <a:gd name="csY25" fmla="*/ 3529171 h 5767728"/>
              <a:gd name="csX26" fmla="*/ 10588070 w 10588070"/>
              <a:gd name="csY26" fmla="*/ 3967058 h 5767728"/>
              <a:gd name="csX27" fmla="*/ 10588070 w 10588070"/>
              <a:gd name="csY27" fmla="*/ 4543226 h 5767728"/>
              <a:gd name="csX28" fmla="*/ 10588070 w 10588070"/>
              <a:gd name="csY28" fmla="*/ 5188533 h 5767728"/>
              <a:gd name="csX29" fmla="*/ 10008875 w 10588070"/>
              <a:gd name="csY29" fmla="*/ 5767728 h 5767728"/>
              <a:gd name="csX30" fmla="*/ 9608114 w 10588070"/>
              <a:gd name="csY30" fmla="*/ 5767728 h 5767728"/>
              <a:gd name="csX31" fmla="*/ 8830165 w 10588070"/>
              <a:gd name="csY31" fmla="*/ 5767728 h 5767728"/>
              <a:gd name="csX32" fmla="*/ 8240810 w 10588070"/>
              <a:gd name="csY32" fmla="*/ 5767728 h 5767728"/>
              <a:gd name="csX33" fmla="*/ 7840049 w 10588070"/>
              <a:gd name="csY33" fmla="*/ 5767728 h 5767728"/>
              <a:gd name="csX34" fmla="*/ 7344990 w 10588070"/>
              <a:gd name="csY34" fmla="*/ 5767728 h 5767728"/>
              <a:gd name="csX35" fmla="*/ 6755635 w 10588070"/>
              <a:gd name="csY35" fmla="*/ 5767728 h 5767728"/>
              <a:gd name="csX36" fmla="*/ 5977687 w 10588070"/>
              <a:gd name="csY36" fmla="*/ 5767728 h 5767728"/>
              <a:gd name="csX37" fmla="*/ 5199738 w 10588070"/>
              <a:gd name="csY37" fmla="*/ 5767728 h 5767728"/>
              <a:gd name="csX38" fmla="*/ 4516086 w 10588070"/>
              <a:gd name="csY38" fmla="*/ 5767728 h 5767728"/>
              <a:gd name="csX39" fmla="*/ 3832435 w 10588070"/>
              <a:gd name="csY39" fmla="*/ 5767728 h 5767728"/>
              <a:gd name="csX40" fmla="*/ 3525970 w 10588070"/>
              <a:gd name="csY40" fmla="*/ 5767728 h 5767728"/>
              <a:gd name="csX41" fmla="*/ 3030912 w 10588070"/>
              <a:gd name="csY41" fmla="*/ 5767728 h 5767728"/>
              <a:gd name="csX42" fmla="*/ 2535854 w 10588070"/>
              <a:gd name="csY42" fmla="*/ 5767728 h 5767728"/>
              <a:gd name="csX43" fmla="*/ 1946499 w 10588070"/>
              <a:gd name="csY43" fmla="*/ 5767728 h 5767728"/>
              <a:gd name="csX44" fmla="*/ 1640034 w 10588070"/>
              <a:gd name="csY44" fmla="*/ 5767728 h 5767728"/>
              <a:gd name="csX45" fmla="*/ 1333569 w 10588070"/>
              <a:gd name="csY45" fmla="*/ 5767728 h 5767728"/>
              <a:gd name="csX46" fmla="*/ 579195 w 10588070"/>
              <a:gd name="csY46" fmla="*/ 5767728 h 5767728"/>
              <a:gd name="csX47" fmla="*/ 0 w 10588070"/>
              <a:gd name="csY47" fmla="*/ 5188533 h 5767728"/>
              <a:gd name="csX48" fmla="*/ 0 w 10588070"/>
              <a:gd name="csY48" fmla="*/ 4658459 h 5767728"/>
              <a:gd name="csX49" fmla="*/ 0 w 10588070"/>
              <a:gd name="csY49" fmla="*/ 4036199 h 5767728"/>
              <a:gd name="csX50" fmla="*/ 0 w 10588070"/>
              <a:gd name="csY50" fmla="*/ 3413938 h 5767728"/>
              <a:gd name="csX51" fmla="*/ 0 w 10588070"/>
              <a:gd name="csY51" fmla="*/ 2745584 h 5767728"/>
              <a:gd name="csX52" fmla="*/ 0 w 10588070"/>
              <a:gd name="csY52" fmla="*/ 2307697 h 5767728"/>
              <a:gd name="csX53" fmla="*/ 0 w 10588070"/>
              <a:gd name="csY53" fmla="*/ 1639343 h 5767728"/>
              <a:gd name="csX54" fmla="*/ 0 w 10588070"/>
              <a:gd name="csY54" fmla="*/ 1201456 h 5767728"/>
              <a:gd name="csX55" fmla="*/ 0 w 10588070"/>
              <a:gd name="csY55" fmla="*/ 579195 h 576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0588070" h="5767728" fill="none" extrusionOk="0">
                <a:moveTo>
                  <a:pt x="0" y="579195"/>
                </a:moveTo>
                <a:cubicBezTo>
                  <a:pt x="-13423" y="244735"/>
                  <a:pt x="291425" y="-24546"/>
                  <a:pt x="579195" y="0"/>
                </a:cubicBezTo>
                <a:cubicBezTo>
                  <a:pt x="719128" y="-28668"/>
                  <a:pt x="770140" y="9952"/>
                  <a:pt x="885660" y="0"/>
                </a:cubicBezTo>
                <a:cubicBezTo>
                  <a:pt x="1001181" y="-9952"/>
                  <a:pt x="1069105" y="30168"/>
                  <a:pt x="1192124" y="0"/>
                </a:cubicBezTo>
                <a:cubicBezTo>
                  <a:pt x="1315143" y="-30168"/>
                  <a:pt x="1347722" y="13024"/>
                  <a:pt x="1498589" y="0"/>
                </a:cubicBezTo>
                <a:cubicBezTo>
                  <a:pt x="1649456" y="-13024"/>
                  <a:pt x="1825710" y="15341"/>
                  <a:pt x="1993647" y="0"/>
                </a:cubicBezTo>
                <a:cubicBezTo>
                  <a:pt x="2161584" y="-15341"/>
                  <a:pt x="2523026" y="50217"/>
                  <a:pt x="2771596" y="0"/>
                </a:cubicBezTo>
                <a:cubicBezTo>
                  <a:pt x="3020166" y="-50217"/>
                  <a:pt x="3228031" y="16322"/>
                  <a:pt x="3360951" y="0"/>
                </a:cubicBezTo>
                <a:cubicBezTo>
                  <a:pt x="3493872" y="-16322"/>
                  <a:pt x="3666754" y="55757"/>
                  <a:pt x="3856009" y="0"/>
                </a:cubicBezTo>
                <a:cubicBezTo>
                  <a:pt x="4045264" y="-55757"/>
                  <a:pt x="4111490" y="58024"/>
                  <a:pt x="4351067" y="0"/>
                </a:cubicBezTo>
                <a:cubicBezTo>
                  <a:pt x="4590644" y="-58024"/>
                  <a:pt x="4744882" y="39763"/>
                  <a:pt x="4846125" y="0"/>
                </a:cubicBezTo>
                <a:cubicBezTo>
                  <a:pt x="4947368" y="-39763"/>
                  <a:pt x="5167286" y="26834"/>
                  <a:pt x="5435480" y="0"/>
                </a:cubicBezTo>
                <a:cubicBezTo>
                  <a:pt x="5703674" y="-26834"/>
                  <a:pt x="6023222" y="43582"/>
                  <a:pt x="6213429" y="0"/>
                </a:cubicBezTo>
                <a:cubicBezTo>
                  <a:pt x="6403636" y="-43582"/>
                  <a:pt x="6656988" y="40921"/>
                  <a:pt x="6897081" y="0"/>
                </a:cubicBezTo>
                <a:cubicBezTo>
                  <a:pt x="7137174" y="-40921"/>
                  <a:pt x="7294040" y="28309"/>
                  <a:pt x="7580732" y="0"/>
                </a:cubicBezTo>
                <a:cubicBezTo>
                  <a:pt x="7867424" y="-28309"/>
                  <a:pt x="7883835" y="45905"/>
                  <a:pt x="7981494" y="0"/>
                </a:cubicBezTo>
                <a:cubicBezTo>
                  <a:pt x="8079153" y="-45905"/>
                  <a:pt x="8391305" y="48592"/>
                  <a:pt x="8570849" y="0"/>
                </a:cubicBezTo>
                <a:cubicBezTo>
                  <a:pt x="8750394" y="-48592"/>
                  <a:pt x="8824766" y="55307"/>
                  <a:pt x="9065907" y="0"/>
                </a:cubicBezTo>
                <a:cubicBezTo>
                  <a:pt x="9307048" y="-55307"/>
                  <a:pt x="9537589" y="25155"/>
                  <a:pt x="10008875" y="0"/>
                </a:cubicBezTo>
                <a:cubicBezTo>
                  <a:pt x="10401301" y="22890"/>
                  <a:pt x="10550320" y="201768"/>
                  <a:pt x="10588070" y="579195"/>
                </a:cubicBezTo>
                <a:cubicBezTo>
                  <a:pt x="10624379" y="732335"/>
                  <a:pt x="10583330" y="876512"/>
                  <a:pt x="10588070" y="1017082"/>
                </a:cubicBezTo>
                <a:cubicBezTo>
                  <a:pt x="10592810" y="1157652"/>
                  <a:pt x="10568282" y="1369761"/>
                  <a:pt x="10588070" y="1593249"/>
                </a:cubicBezTo>
                <a:cubicBezTo>
                  <a:pt x="10607858" y="1816737"/>
                  <a:pt x="10568584" y="1923685"/>
                  <a:pt x="10588070" y="2077230"/>
                </a:cubicBezTo>
                <a:cubicBezTo>
                  <a:pt x="10607556" y="2230775"/>
                  <a:pt x="10574326" y="2349432"/>
                  <a:pt x="10588070" y="2607304"/>
                </a:cubicBezTo>
                <a:cubicBezTo>
                  <a:pt x="10601814" y="2865176"/>
                  <a:pt x="10549764" y="2932899"/>
                  <a:pt x="10588070" y="3045191"/>
                </a:cubicBezTo>
                <a:cubicBezTo>
                  <a:pt x="10626376" y="3157483"/>
                  <a:pt x="10582465" y="3390155"/>
                  <a:pt x="10588070" y="3529171"/>
                </a:cubicBezTo>
                <a:cubicBezTo>
                  <a:pt x="10593675" y="3668187"/>
                  <a:pt x="10563404" y="3858097"/>
                  <a:pt x="10588070" y="3967058"/>
                </a:cubicBezTo>
                <a:cubicBezTo>
                  <a:pt x="10612736" y="4076019"/>
                  <a:pt x="10582264" y="4348170"/>
                  <a:pt x="10588070" y="4543226"/>
                </a:cubicBezTo>
                <a:cubicBezTo>
                  <a:pt x="10593876" y="4738282"/>
                  <a:pt x="10529955" y="4880934"/>
                  <a:pt x="10588070" y="5188533"/>
                </a:cubicBezTo>
                <a:cubicBezTo>
                  <a:pt x="10628397" y="5565657"/>
                  <a:pt x="10300982" y="5784304"/>
                  <a:pt x="10008875" y="5767728"/>
                </a:cubicBezTo>
                <a:cubicBezTo>
                  <a:pt x="9894499" y="5788269"/>
                  <a:pt x="9774779" y="5728136"/>
                  <a:pt x="9608114" y="5767728"/>
                </a:cubicBezTo>
                <a:cubicBezTo>
                  <a:pt x="9441449" y="5807320"/>
                  <a:pt x="9153065" y="5729877"/>
                  <a:pt x="8830165" y="5767728"/>
                </a:cubicBezTo>
                <a:cubicBezTo>
                  <a:pt x="8507265" y="5805579"/>
                  <a:pt x="8400450" y="5737325"/>
                  <a:pt x="8240810" y="5767728"/>
                </a:cubicBezTo>
                <a:cubicBezTo>
                  <a:pt x="8081171" y="5798131"/>
                  <a:pt x="7992754" y="5732489"/>
                  <a:pt x="7840049" y="5767728"/>
                </a:cubicBezTo>
                <a:cubicBezTo>
                  <a:pt x="7687344" y="5802967"/>
                  <a:pt x="7570495" y="5746842"/>
                  <a:pt x="7344990" y="5767728"/>
                </a:cubicBezTo>
                <a:cubicBezTo>
                  <a:pt x="7119485" y="5788614"/>
                  <a:pt x="6878501" y="5723267"/>
                  <a:pt x="6755635" y="5767728"/>
                </a:cubicBezTo>
                <a:cubicBezTo>
                  <a:pt x="6632770" y="5812189"/>
                  <a:pt x="6283582" y="5766061"/>
                  <a:pt x="5977687" y="5767728"/>
                </a:cubicBezTo>
                <a:cubicBezTo>
                  <a:pt x="5671792" y="5769395"/>
                  <a:pt x="5430684" y="5706569"/>
                  <a:pt x="5199738" y="5767728"/>
                </a:cubicBezTo>
                <a:cubicBezTo>
                  <a:pt x="4968792" y="5828887"/>
                  <a:pt x="4845832" y="5748806"/>
                  <a:pt x="4516086" y="5767728"/>
                </a:cubicBezTo>
                <a:cubicBezTo>
                  <a:pt x="4186340" y="5786650"/>
                  <a:pt x="4105605" y="5713747"/>
                  <a:pt x="3832435" y="5767728"/>
                </a:cubicBezTo>
                <a:cubicBezTo>
                  <a:pt x="3559265" y="5821709"/>
                  <a:pt x="3636944" y="5762887"/>
                  <a:pt x="3525970" y="5767728"/>
                </a:cubicBezTo>
                <a:cubicBezTo>
                  <a:pt x="3414996" y="5772569"/>
                  <a:pt x="3258088" y="5723215"/>
                  <a:pt x="3030912" y="5767728"/>
                </a:cubicBezTo>
                <a:cubicBezTo>
                  <a:pt x="2803736" y="5812241"/>
                  <a:pt x="2761703" y="5744970"/>
                  <a:pt x="2535854" y="5767728"/>
                </a:cubicBezTo>
                <a:cubicBezTo>
                  <a:pt x="2310005" y="5790486"/>
                  <a:pt x="2206590" y="5733957"/>
                  <a:pt x="1946499" y="5767728"/>
                </a:cubicBezTo>
                <a:cubicBezTo>
                  <a:pt x="1686408" y="5801499"/>
                  <a:pt x="1749276" y="5739362"/>
                  <a:pt x="1640034" y="5767728"/>
                </a:cubicBezTo>
                <a:cubicBezTo>
                  <a:pt x="1530792" y="5796094"/>
                  <a:pt x="1431532" y="5735536"/>
                  <a:pt x="1333569" y="5767728"/>
                </a:cubicBezTo>
                <a:cubicBezTo>
                  <a:pt x="1235607" y="5799920"/>
                  <a:pt x="911867" y="5751354"/>
                  <a:pt x="579195" y="5767728"/>
                </a:cubicBezTo>
                <a:cubicBezTo>
                  <a:pt x="332973" y="5728248"/>
                  <a:pt x="-82746" y="5476624"/>
                  <a:pt x="0" y="5188533"/>
                </a:cubicBezTo>
                <a:cubicBezTo>
                  <a:pt x="-10142" y="5052909"/>
                  <a:pt x="57667" y="4841007"/>
                  <a:pt x="0" y="4658459"/>
                </a:cubicBezTo>
                <a:cubicBezTo>
                  <a:pt x="-57667" y="4475911"/>
                  <a:pt x="13176" y="4182184"/>
                  <a:pt x="0" y="4036199"/>
                </a:cubicBezTo>
                <a:cubicBezTo>
                  <a:pt x="-13176" y="3890214"/>
                  <a:pt x="41794" y="3584084"/>
                  <a:pt x="0" y="3413938"/>
                </a:cubicBezTo>
                <a:cubicBezTo>
                  <a:pt x="-41794" y="3243792"/>
                  <a:pt x="4277" y="2988034"/>
                  <a:pt x="0" y="2745584"/>
                </a:cubicBezTo>
                <a:cubicBezTo>
                  <a:pt x="-4277" y="2503134"/>
                  <a:pt x="4412" y="2410861"/>
                  <a:pt x="0" y="2307697"/>
                </a:cubicBezTo>
                <a:cubicBezTo>
                  <a:pt x="-4412" y="2204533"/>
                  <a:pt x="52190" y="1821417"/>
                  <a:pt x="0" y="1639343"/>
                </a:cubicBezTo>
                <a:cubicBezTo>
                  <a:pt x="-52190" y="1457269"/>
                  <a:pt x="32089" y="1369627"/>
                  <a:pt x="0" y="1201456"/>
                </a:cubicBezTo>
                <a:cubicBezTo>
                  <a:pt x="-32089" y="1033285"/>
                  <a:pt x="34619" y="766187"/>
                  <a:pt x="0" y="579195"/>
                </a:cubicBezTo>
                <a:close/>
              </a:path>
              <a:path w="10588070" h="5767728" stroke="0" extrusionOk="0">
                <a:moveTo>
                  <a:pt x="0" y="579195"/>
                </a:moveTo>
                <a:cubicBezTo>
                  <a:pt x="-92683" y="279574"/>
                  <a:pt x="314591" y="14616"/>
                  <a:pt x="579195" y="0"/>
                </a:cubicBezTo>
                <a:cubicBezTo>
                  <a:pt x="822308" y="-35129"/>
                  <a:pt x="1039261" y="65581"/>
                  <a:pt x="1168550" y="0"/>
                </a:cubicBezTo>
                <a:cubicBezTo>
                  <a:pt x="1297839" y="-65581"/>
                  <a:pt x="1632685" y="6105"/>
                  <a:pt x="1757905" y="0"/>
                </a:cubicBezTo>
                <a:cubicBezTo>
                  <a:pt x="1883126" y="-6105"/>
                  <a:pt x="2061573" y="34730"/>
                  <a:pt x="2252963" y="0"/>
                </a:cubicBezTo>
                <a:cubicBezTo>
                  <a:pt x="2444353" y="-34730"/>
                  <a:pt x="2797220" y="17542"/>
                  <a:pt x="3030912" y="0"/>
                </a:cubicBezTo>
                <a:cubicBezTo>
                  <a:pt x="3264604" y="-17542"/>
                  <a:pt x="3343331" y="39238"/>
                  <a:pt x="3525970" y="0"/>
                </a:cubicBezTo>
                <a:cubicBezTo>
                  <a:pt x="3708609" y="-39238"/>
                  <a:pt x="3847781" y="57773"/>
                  <a:pt x="4021028" y="0"/>
                </a:cubicBezTo>
                <a:cubicBezTo>
                  <a:pt x="4194275" y="-57773"/>
                  <a:pt x="4280664" y="42226"/>
                  <a:pt x="4421790" y="0"/>
                </a:cubicBezTo>
                <a:cubicBezTo>
                  <a:pt x="4562916" y="-42226"/>
                  <a:pt x="4708256" y="18862"/>
                  <a:pt x="4822551" y="0"/>
                </a:cubicBezTo>
                <a:cubicBezTo>
                  <a:pt x="4936846" y="-18862"/>
                  <a:pt x="5076563" y="3270"/>
                  <a:pt x="5223312" y="0"/>
                </a:cubicBezTo>
                <a:cubicBezTo>
                  <a:pt x="5370061" y="-3270"/>
                  <a:pt x="5540482" y="40151"/>
                  <a:pt x="5812667" y="0"/>
                </a:cubicBezTo>
                <a:cubicBezTo>
                  <a:pt x="6084853" y="-40151"/>
                  <a:pt x="6011488" y="29211"/>
                  <a:pt x="6119132" y="0"/>
                </a:cubicBezTo>
                <a:cubicBezTo>
                  <a:pt x="6226776" y="-29211"/>
                  <a:pt x="6327263" y="21939"/>
                  <a:pt x="6425597" y="0"/>
                </a:cubicBezTo>
                <a:cubicBezTo>
                  <a:pt x="6523931" y="-21939"/>
                  <a:pt x="6620623" y="30537"/>
                  <a:pt x="6732061" y="0"/>
                </a:cubicBezTo>
                <a:cubicBezTo>
                  <a:pt x="6843499" y="-30537"/>
                  <a:pt x="7180833" y="30979"/>
                  <a:pt x="7321416" y="0"/>
                </a:cubicBezTo>
                <a:cubicBezTo>
                  <a:pt x="7462000" y="-30979"/>
                  <a:pt x="7789528" y="48379"/>
                  <a:pt x="8099365" y="0"/>
                </a:cubicBezTo>
                <a:cubicBezTo>
                  <a:pt x="8409202" y="-48379"/>
                  <a:pt x="8446847" y="38549"/>
                  <a:pt x="8594423" y="0"/>
                </a:cubicBezTo>
                <a:cubicBezTo>
                  <a:pt x="8741999" y="-38549"/>
                  <a:pt x="8801996" y="21734"/>
                  <a:pt x="8900888" y="0"/>
                </a:cubicBezTo>
                <a:cubicBezTo>
                  <a:pt x="8999780" y="-21734"/>
                  <a:pt x="9284761" y="57079"/>
                  <a:pt x="9395946" y="0"/>
                </a:cubicBezTo>
                <a:cubicBezTo>
                  <a:pt x="9507131" y="-57079"/>
                  <a:pt x="9755441" y="1137"/>
                  <a:pt x="10008875" y="0"/>
                </a:cubicBezTo>
                <a:cubicBezTo>
                  <a:pt x="10333845" y="29841"/>
                  <a:pt x="10603056" y="251553"/>
                  <a:pt x="10588070" y="579195"/>
                </a:cubicBezTo>
                <a:cubicBezTo>
                  <a:pt x="10622499" y="764280"/>
                  <a:pt x="10581992" y="850765"/>
                  <a:pt x="10588070" y="1109269"/>
                </a:cubicBezTo>
                <a:cubicBezTo>
                  <a:pt x="10594148" y="1367773"/>
                  <a:pt x="10520280" y="1568024"/>
                  <a:pt x="10588070" y="1685436"/>
                </a:cubicBezTo>
                <a:cubicBezTo>
                  <a:pt x="10655860" y="1802848"/>
                  <a:pt x="10553911" y="2012829"/>
                  <a:pt x="10588070" y="2169417"/>
                </a:cubicBezTo>
                <a:cubicBezTo>
                  <a:pt x="10622229" y="2326005"/>
                  <a:pt x="10562315" y="2560193"/>
                  <a:pt x="10588070" y="2791677"/>
                </a:cubicBezTo>
                <a:cubicBezTo>
                  <a:pt x="10613825" y="3023161"/>
                  <a:pt x="10539554" y="3163260"/>
                  <a:pt x="10588070" y="3413938"/>
                </a:cubicBezTo>
                <a:cubicBezTo>
                  <a:pt x="10636586" y="3664616"/>
                  <a:pt x="10585678" y="3711714"/>
                  <a:pt x="10588070" y="3851825"/>
                </a:cubicBezTo>
                <a:cubicBezTo>
                  <a:pt x="10590462" y="3991936"/>
                  <a:pt x="10572749" y="4362013"/>
                  <a:pt x="10588070" y="4520179"/>
                </a:cubicBezTo>
                <a:cubicBezTo>
                  <a:pt x="10603391" y="4678345"/>
                  <a:pt x="10513564" y="4929486"/>
                  <a:pt x="10588070" y="5188533"/>
                </a:cubicBezTo>
                <a:cubicBezTo>
                  <a:pt x="10575477" y="5435304"/>
                  <a:pt x="10392471" y="5822739"/>
                  <a:pt x="10008875" y="5767728"/>
                </a:cubicBezTo>
                <a:cubicBezTo>
                  <a:pt x="9816690" y="5770218"/>
                  <a:pt x="9624231" y="5757193"/>
                  <a:pt x="9419520" y="5767728"/>
                </a:cubicBezTo>
                <a:cubicBezTo>
                  <a:pt x="9214810" y="5778263"/>
                  <a:pt x="9042353" y="5723757"/>
                  <a:pt x="8830165" y="5767728"/>
                </a:cubicBezTo>
                <a:cubicBezTo>
                  <a:pt x="8617977" y="5811699"/>
                  <a:pt x="8357177" y="5743829"/>
                  <a:pt x="8052216" y="5767728"/>
                </a:cubicBezTo>
                <a:cubicBezTo>
                  <a:pt x="7747255" y="5791627"/>
                  <a:pt x="7528335" y="5763344"/>
                  <a:pt x="7368565" y="5767728"/>
                </a:cubicBezTo>
                <a:cubicBezTo>
                  <a:pt x="7208795" y="5772112"/>
                  <a:pt x="6897189" y="5688122"/>
                  <a:pt x="6684913" y="5767728"/>
                </a:cubicBezTo>
                <a:cubicBezTo>
                  <a:pt x="6472637" y="5847334"/>
                  <a:pt x="6212816" y="5698414"/>
                  <a:pt x="6001261" y="5767728"/>
                </a:cubicBezTo>
                <a:cubicBezTo>
                  <a:pt x="5789706" y="5837042"/>
                  <a:pt x="5567200" y="5724493"/>
                  <a:pt x="5317609" y="5767728"/>
                </a:cubicBezTo>
                <a:cubicBezTo>
                  <a:pt x="5068018" y="5810963"/>
                  <a:pt x="4922867" y="5722415"/>
                  <a:pt x="4822551" y="5767728"/>
                </a:cubicBezTo>
                <a:cubicBezTo>
                  <a:pt x="4722235" y="5813041"/>
                  <a:pt x="4399132" y="5693752"/>
                  <a:pt x="4138899" y="5767728"/>
                </a:cubicBezTo>
                <a:cubicBezTo>
                  <a:pt x="3878666" y="5841704"/>
                  <a:pt x="3761595" y="5760167"/>
                  <a:pt x="3643841" y="5767728"/>
                </a:cubicBezTo>
                <a:cubicBezTo>
                  <a:pt x="3526087" y="5775289"/>
                  <a:pt x="3483544" y="5755828"/>
                  <a:pt x="3337376" y="5767728"/>
                </a:cubicBezTo>
                <a:cubicBezTo>
                  <a:pt x="3191208" y="5779628"/>
                  <a:pt x="2972044" y="5715573"/>
                  <a:pt x="2842318" y="5767728"/>
                </a:cubicBezTo>
                <a:cubicBezTo>
                  <a:pt x="2712592" y="5819883"/>
                  <a:pt x="2365936" y="5750858"/>
                  <a:pt x="2158666" y="5767728"/>
                </a:cubicBezTo>
                <a:cubicBezTo>
                  <a:pt x="1951396" y="5784598"/>
                  <a:pt x="1728590" y="5697473"/>
                  <a:pt x="1569311" y="5767728"/>
                </a:cubicBezTo>
                <a:cubicBezTo>
                  <a:pt x="1410033" y="5837983"/>
                  <a:pt x="1412751" y="5763984"/>
                  <a:pt x="1262847" y="5767728"/>
                </a:cubicBezTo>
                <a:cubicBezTo>
                  <a:pt x="1112943" y="5771472"/>
                  <a:pt x="845617" y="5764302"/>
                  <a:pt x="579195" y="5767728"/>
                </a:cubicBezTo>
                <a:cubicBezTo>
                  <a:pt x="222561" y="5724319"/>
                  <a:pt x="-2506" y="5489612"/>
                  <a:pt x="0" y="5188533"/>
                </a:cubicBezTo>
                <a:cubicBezTo>
                  <a:pt x="-32746" y="5068419"/>
                  <a:pt x="57787" y="4819591"/>
                  <a:pt x="0" y="4658459"/>
                </a:cubicBezTo>
                <a:cubicBezTo>
                  <a:pt x="-57787" y="4497327"/>
                  <a:pt x="47241" y="4421888"/>
                  <a:pt x="0" y="4220572"/>
                </a:cubicBezTo>
                <a:cubicBezTo>
                  <a:pt x="-47241" y="4019256"/>
                  <a:pt x="13654" y="3914317"/>
                  <a:pt x="0" y="3644405"/>
                </a:cubicBezTo>
                <a:cubicBezTo>
                  <a:pt x="-13654" y="3374493"/>
                  <a:pt x="4427" y="3305615"/>
                  <a:pt x="0" y="3068238"/>
                </a:cubicBezTo>
                <a:cubicBezTo>
                  <a:pt x="-4427" y="2830861"/>
                  <a:pt x="46890" y="2538924"/>
                  <a:pt x="0" y="2399884"/>
                </a:cubicBezTo>
                <a:cubicBezTo>
                  <a:pt x="-46890" y="2260844"/>
                  <a:pt x="15274" y="2164173"/>
                  <a:pt x="0" y="1961996"/>
                </a:cubicBezTo>
                <a:cubicBezTo>
                  <a:pt x="-15274" y="1759819"/>
                  <a:pt x="32498" y="1649592"/>
                  <a:pt x="0" y="1524109"/>
                </a:cubicBezTo>
                <a:cubicBezTo>
                  <a:pt x="-32498" y="1398626"/>
                  <a:pt x="7071" y="833285"/>
                  <a:pt x="0" y="579195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065061914">
                  <a:prstGeom prst="roundRect">
                    <a:avLst>
                      <a:gd name="adj" fmla="val 10042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!!Freeform 6">
            <a:extLst>
              <a:ext uri="{FF2B5EF4-FFF2-40B4-BE49-F238E27FC236}">
                <a16:creationId xmlns:a16="http://schemas.microsoft.com/office/drawing/2014/main" id="{4FAAB9BB-6C44-D816-C4BF-7E1E0F31584C}"/>
              </a:ext>
            </a:extLst>
          </p:cNvPr>
          <p:cNvSpPr/>
          <p:nvPr/>
        </p:nvSpPr>
        <p:spPr>
          <a:xfrm rot="20564294">
            <a:off x="14015219" y="3555631"/>
            <a:ext cx="4281159" cy="4281159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5" name="!!Freeform 5">
            <a:extLst>
              <a:ext uri="{FF2B5EF4-FFF2-40B4-BE49-F238E27FC236}">
                <a16:creationId xmlns:a16="http://schemas.microsoft.com/office/drawing/2014/main" id="{3F048072-4BF3-FD38-BC53-DEFF428D3B8D}"/>
              </a:ext>
            </a:extLst>
          </p:cNvPr>
          <p:cNvSpPr/>
          <p:nvPr/>
        </p:nvSpPr>
        <p:spPr>
          <a:xfrm>
            <a:off x="23478280" y="4695280"/>
            <a:ext cx="2954005" cy="1989671"/>
          </a:xfrm>
          <a:custGeom>
            <a:avLst/>
            <a:gdLst/>
            <a:ahLst/>
            <a:cxnLst/>
            <a:rect l="l" t="t" r="r" b="b"/>
            <a:pathLst>
              <a:path w="9561443" h="6440114">
                <a:moveTo>
                  <a:pt x="0" y="0"/>
                </a:moveTo>
                <a:lnTo>
                  <a:pt x="9561443" y="0"/>
                </a:lnTo>
                <a:lnTo>
                  <a:pt x="9561443" y="6440114"/>
                </a:lnTo>
                <a:lnTo>
                  <a:pt x="0" y="6440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9" name="!!TextBox 38">
            <a:extLst>
              <a:ext uri="{FF2B5EF4-FFF2-40B4-BE49-F238E27FC236}">
                <a16:creationId xmlns:a16="http://schemas.microsoft.com/office/drawing/2014/main" id="{EB6C62BE-1528-7634-00FB-BD76C6C1FCD8}"/>
              </a:ext>
            </a:extLst>
          </p:cNvPr>
          <p:cNvSpPr txBox="1"/>
          <p:nvPr/>
        </p:nvSpPr>
        <p:spPr>
          <a:xfrm>
            <a:off x="19739085" y="589318"/>
            <a:ext cx="2820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404049"/>
                </a:solidFill>
                <a:latin typeface="SVN-Good Dog"/>
              </a:rPr>
              <a:t>PHẦN 3</a:t>
            </a:r>
          </a:p>
        </p:txBody>
      </p:sp>
      <p:pic>
        <p:nvPicPr>
          <p:cNvPr id="41" name="!!Picture 40">
            <a:extLst>
              <a:ext uri="{FF2B5EF4-FFF2-40B4-BE49-F238E27FC236}">
                <a16:creationId xmlns:a16="http://schemas.microsoft.com/office/drawing/2014/main" id="{62FF86BB-09E0-B1BA-9C80-7DD9ED243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00000">
            <a:off x="22935451" y="140079"/>
            <a:ext cx="1707363" cy="1707363"/>
          </a:xfrm>
          <a:prstGeom prst="rect">
            <a:avLst/>
          </a:prstGeom>
        </p:spPr>
      </p:pic>
      <p:pic>
        <p:nvPicPr>
          <p:cNvPr id="43" name="!!Picture 42">
            <a:extLst>
              <a:ext uri="{FF2B5EF4-FFF2-40B4-BE49-F238E27FC236}">
                <a16:creationId xmlns:a16="http://schemas.microsoft.com/office/drawing/2014/main" id="{3369D218-F92F-36CC-7878-72863B1C646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887" t="22236" r="16269" b="18911"/>
          <a:stretch>
            <a:fillRect/>
          </a:stretch>
        </p:blipFill>
        <p:spPr>
          <a:xfrm>
            <a:off x="13603482" y="111418"/>
            <a:ext cx="1961098" cy="180775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08323B2-482C-78F9-8536-6B7AF9F1BFB3}"/>
              </a:ext>
            </a:extLst>
          </p:cNvPr>
          <p:cNvGrpSpPr/>
          <p:nvPr/>
        </p:nvGrpSpPr>
        <p:grpSpPr>
          <a:xfrm>
            <a:off x="342448" y="2237143"/>
            <a:ext cx="1380401" cy="1380401"/>
            <a:chOff x="342448" y="2527711"/>
            <a:chExt cx="1380401" cy="138040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AFB61F5-AE78-EB6C-7C59-98D92464AE07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EADD6E7-C146-49FA-E89C-610850110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EACDD42-C7FA-42EF-2F45-B0A4A0C6AF39}"/>
              </a:ext>
            </a:extLst>
          </p:cNvPr>
          <p:cNvGrpSpPr/>
          <p:nvPr/>
        </p:nvGrpSpPr>
        <p:grpSpPr>
          <a:xfrm>
            <a:off x="1973810" y="2237143"/>
            <a:ext cx="1380401" cy="1380401"/>
            <a:chOff x="1973810" y="2527711"/>
            <a:chExt cx="1380401" cy="138040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E4AC0EE-70BB-E73A-8207-3BBFF8DB540B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46EEB9F-1C83-E3EC-7817-56087FD11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511540B-8E88-62E0-ACC9-A9D388EFF608}"/>
              </a:ext>
            </a:extLst>
          </p:cNvPr>
          <p:cNvGrpSpPr/>
          <p:nvPr/>
        </p:nvGrpSpPr>
        <p:grpSpPr>
          <a:xfrm>
            <a:off x="3784377" y="1916684"/>
            <a:ext cx="1380401" cy="1680415"/>
            <a:chOff x="3784377" y="2207252"/>
            <a:chExt cx="1380401" cy="168041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1FF6C81-69C8-ED33-F77E-A2FF75CE64CB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5C4A134-41B3-6AAE-5A0E-065E0E99B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  <p:sp>
        <p:nvSpPr>
          <p:cNvPr id="50" name="!!Rectangle 49">
            <a:extLst>
              <a:ext uri="{FF2B5EF4-FFF2-40B4-BE49-F238E27FC236}">
                <a16:creationId xmlns:a16="http://schemas.microsoft.com/office/drawing/2014/main" id="{A2E4836B-C97A-2EFA-A61A-2CA4B1FF9720}"/>
              </a:ext>
            </a:extLst>
          </p:cNvPr>
          <p:cNvSpPr/>
          <p:nvPr/>
        </p:nvSpPr>
        <p:spPr>
          <a:xfrm>
            <a:off x="0" y="4102443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55" name="!!Picture 54">
            <a:extLst>
              <a:ext uri="{FF2B5EF4-FFF2-40B4-BE49-F238E27FC236}">
                <a16:creationId xmlns:a16="http://schemas.microsoft.com/office/drawing/2014/main" id="{2B417EAB-7A26-2AC9-1B00-5A5B1F4F1B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51098" y="3972889"/>
            <a:ext cx="3175000" cy="3175000"/>
          </a:xfrm>
          <a:prstGeom prst="rect">
            <a:avLst/>
          </a:prstGeom>
        </p:spPr>
      </p:pic>
      <p:sp>
        <p:nvSpPr>
          <p:cNvPr id="59" name="!!TextBox 58">
            <a:extLst>
              <a:ext uri="{FF2B5EF4-FFF2-40B4-BE49-F238E27FC236}">
                <a16:creationId xmlns:a16="http://schemas.microsoft.com/office/drawing/2014/main" id="{5B61ED31-7859-0552-51B3-F5919F0EDB1A}"/>
              </a:ext>
            </a:extLst>
          </p:cNvPr>
          <p:cNvSpPr txBox="1"/>
          <p:nvPr/>
        </p:nvSpPr>
        <p:spPr>
          <a:xfrm>
            <a:off x="376203" y="-58835"/>
            <a:ext cx="4472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404049"/>
                </a:solidFill>
                <a:latin typeface="SVN-Good Dog"/>
              </a:rPr>
              <a:t>SỬA LỖI &amp; THỜI GIAN</a:t>
            </a:r>
          </a:p>
        </p:txBody>
      </p:sp>
      <p:sp>
        <p:nvSpPr>
          <p:cNvPr id="61" name="!!TextBox 60">
            <a:extLst>
              <a:ext uri="{FF2B5EF4-FFF2-40B4-BE49-F238E27FC236}">
                <a16:creationId xmlns:a16="http://schemas.microsoft.com/office/drawing/2014/main" id="{FC3E6670-458E-F8D6-C973-7805783C6388}"/>
              </a:ext>
            </a:extLst>
          </p:cNvPr>
          <p:cNvSpPr txBox="1"/>
          <p:nvPr/>
        </p:nvSpPr>
        <p:spPr>
          <a:xfrm>
            <a:off x="342448" y="1090383"/>
            <a:ext cx="6640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9"/>
                </a:solidFill>
                <a:latin typeface="SVN-Good Dog"/>
              </a:rPr>
              <a:t>GÓP Ý SỬA LỖI VÀ QUẢN LÝ THỜI GIAN HIỆU QUẢ</a:t>
            </a:r>
          </a:p>
        </p:txBody>
      </p:sp>
      <p:sp>
        <p:nvSpPr>
          <p:cNvPr id="74" name="!!Rectangle 73">
            <a:extLst>
              <a:ext uri="{FF2B5EF4-FFF2-40B4-BE49-F238E27FC236}">
                <a16:creationId xmlns:a16="http://schemas.microsoft.com/office/drawing/2014/main" id="{95004C27-0E46-B1BF-7AB7-6F201335B678}"/>
              </a:ext>
            </a:extLst>
          </p:cNvPr>
          <p:cNvSpPr/>
          <p:nvPr/>
        </p:nvSpPr>
        <p:spPr>
          <a:xfrm>
            <a:off x="2860908" y="387770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5" name="!!Rectangle 74">
            <a:extLst>
              <a:ext uri="{FF2B5EF4-FFF2-40B4-BE49-F238E27FC236}">
                <a16:creationId xmlns:a16="http://schemas.microsoft.com/office/drawing/2014/main" id="{4675B230-4B60-CD18-872C-9722CEC886AA}"/>
              </a:ext>
            </a:extLst>
          </p:cNvPr>
          <p:cNvSpPr/>
          <p:nvPr/>
        </p:nvSpPr>
        <p:spPr>
          <a:xfrm>
            <a:off x="7526454" y="3880939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6" name="!!Rectangle 75">
            <a:extLst>
              <a:ext uri="{FF2B5EF4-FFF2-40B4-BE49-F238E27FC236}">
                <a16:creationId xmlns:a16="http://schemas.microsoft.com/office/drawing/2014/main" id="{9164DFF0-A1E9-0D21-EB8A-9D0A82C5EC55}"/>
              </a:ext>
            </a:extLst>
          </p:cNvPr>
          <p:cNvSpPr/>
          <p:nvPr/>
        </p:nvSpPr>
        <p:spPr>
          <a:xfrm>
            <a:off x="2986258" y="375443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7" name="!!Rectangle 76">
            <a:extLst>
              <a:ext uri="{FF2B5EF4-FFF2-40B4-BE49-F238E27FC236}">
                <a16:creationId xmlns:a16="http://schemas.microsoft.com/office/drawing/2014/main" id="{BD44C7A3-05CB-7949-A5AE-866DDA66A162}"/>
              </a:ext>
            </a:extLst>
          </p:cNvPr>
          <p:cNvSpPr/>
          <p:nvPr/>
        </p:nvSpPr>
        <p:spPr>
          <a:xfrm>
            <a:off x="7651804" y="3757660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8" name="!!TextBox 77">
            <a:extLst>
              <a:ext uri="{FF2B5EF4-FFF2-40B4-BE49-F238E27FC236}">
                <a16:creationId xmlns:a16="http://schemas.microsoft.com/office/drawing/2014/main" id="{2A3FA91C-62C6-EACA-F229-C5DB24E7CEBB}"/>
              </a:ext>
            </a:extLst>
          </p:cNvPr>
          <p:cNvSpPr txBox="1"/>
          <p:nvPr/>
        </p:nvSpPr>
        <p:spPr>
          <a:xfrm>
            <a:off x="3146642" y="4215306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79" name="!!TextBox 78">
            <a:extLst>
              <a:ext uri="{FF2B5EF4-FFF2-40B4-BE49-F238E27FC236}">
                <a16:creationId xmlns:a16="http://schemas.microsoft.com/office/drawing/2014/main" id="{A66DF73F-9E12-DD67-4335-44CCCD1849ED}"/>
              </a:ext>
            </a:extLst>
          </p:cNvPr>
          <p:cNvSpPr txBox="1"/>
          <p:nvPr/>
        </p:nvSpPr>
        <p:spPr>
          <a:xfrm>
            <a:off x="7744277" y="4182800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0" name="!!TextBox 79">
            <a:extLst>
              <a:ext uri="{FF2B5EF4-FFF2-40B4-BE49-F238E27FC236}">
                <a16:creationId xmlns:a16="http://schemas.microsoft.com/office/drawing/2014/main" id="{819682A9-766D-2A49-F645-E5ECCF1E8B82}"/>
              </a:ext>
            </a:extLst>
          </p:cNvPr>
          <p:cNvSpPr txBox="1"/>
          <p:nvPr/>
        </p:nvSpPr>
        <p:spPr>
          <a:xfrm>
            <a:off x="4275993" y="3676960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QUY TRÌNH 7 BƯỚC</a:t>
            </a:r>
          </a:p>
        </p:txBody>
      </p:sp>
      <p:sp>
        <p:nvSpPr>
          <p:cNvPr id="81" name="!!TextBox 80">
            <a:extLst>
              <a:ext uri="{FF2B5EF4-FFF2-40B4-BE49-F238E27FC236}">
                <a16:creationId xmlns:a16="http://schemas.microsoft.com/office/drawing/2014/main" id="{50EC4DF4-03B4-6CC4-CAC8-53B18850AB00}"/>
              </a:ext>
            </a:extLst>
          </p:cNvPr>
          <p:cNvSpPr txBox="1"/>
          <p:nvPr/>
        </p:nvSpPr>
        <p:spPr>
          <a:xfrm>
            <a:off x="9003942" y="3812554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QUẢN TRỊ THỜI GIAN</a:t>
            </a:r>
          </a:p>
        </p:txBody>
      </p:sp>
      <p:sp>
        <p:nvSpPr>
          <p:cNvPr id="83" name="!!TextBox 82">
            <a:extLst>
              <a:ext uri="{FF2B5EF4-FFF2-40B4-BE49-F238E27FC236}">
                <a16:creationId xmlns:a16="http://schemas.microsoft.com/office/drawing/2014/main" id="{3477D8B8-6C0D-C780-526A-760EC7706F1E}"/>
              </a:ext>
            </a:extLst>
          </p:cNvPr>
          <p:cNvSpPr txBox="1"/>
          <p:nvPr/>
        </p:nvSpPr>
        <p:spPr>
          <a:xfrm>
            <a:off x="4365993" y="4327464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9"/>
                </a:solidFill>
                <a:latin typeface="SVN-Good Dog"/>
              </a:rPr>
              <a:t>1. Nêu lỗi cụ thể rõ ràng, minh chứng xác thực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2. Giải thích ảnh hưởng đến chuyền sản xuất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3. Lắng nghe lý do của nhân viên (hỏi nguyên nhân)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4. Giúp nhân viên nhận thức và chấp nhận lỗi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5. Đạt được cam kết sửa chữa từ nhân viên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6. Khuyến khích cải tiến, hỗ trợ đào tạo lại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7. Giải thích biện pháp kỷ luật nếu tái phạm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* Tôn chỉ: Sửa lỗi để tiến bộ, không làm nhân viên 'quê'!</a:t>
            </a:r>
          </a:p>
        </p:txBody>
      </p:sp>
      <p:sp>
        <p:nvSpPr>
          <p:cNvPr id="84" name="!!TextBox 83">
            <a:extLst>
              <a:ext uri="{FF2B5EF4-FFF2-40B4-BE49-F238E27FC236}">
                <a16:creationId xmlns:a16="http://schemas.microsoft.com/office/drawing/2014/main" id="{CF9E9D60-A33F-E1C9-EAF4-B83190157BDC}"/>
              </a:ext>
            </a:extLst>
          </p:cNvPr>
          <p:cNvSpPr txBox="1"/>
          <p:nvPr/>
        </p:nvSpPr>
        <p:spPr>
          <a:xfrm>
            <a:off x="9066461" y="4369685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9"/>
                </a:solidFill>
                <a:latin typeface="SVN-Good Dog"/>
              </a:rPr>
              <a:t>• Quản lý tài khoản thời gian 1.440 phút/ngày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Áp dụng nguyên lý Pareto 80/20 tập trung việc cốt lõi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Không biết nói 'Không' dẫn đến quá tải và mất uy tín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Nói 'Không' khéo léo để bảo đảm chất lượng cam kết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Thấu hiểu &amp; dung hòa khoảng cách thế hệ (Gen Z, Y, X)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Coi tập thể Biti's như 'Hộp bút chì màu' đa sắc đa tài!</a:t>
            </a:r>
          </a:p>
        </p:txBody>
      </p:sp>
    </p:spTree>
    <p:extLst>
      <p:ext uri="{BB962C8B-B14F-4D97-AF65-F5344CB8AC3E}">
        <p14:creationId xmlns:p14="http://schemas.microsoft.com/office/powerpoint/2010/main" val="3105393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D1A57-DEB3-9129-B9E2-479B0232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 fjnsnv ịdfknvRounded Rectangle 1">
            <a:extLst>
              <a:ext uri="{FF2B5EF4-FFF2-40B4-BE49-F238E27FC236}">
                <a16:creationId xmlns:a16="http://schemas.microsoft.com/office/drawing/2014/main" id="{E9EB3233-9465-0DDD-9569-4C409C1204F2}"/>
              </a:ext>
            </a:extLst>
          </p:cNvPr>
          <p:cNvSpPr/>
          <p:nvPr/>
        </p:nvSpPr>
        <p:spPr>
          <a:xfrm>
            <a:off x="853221" y="1516550"/>
            <a:ext cx="10265132" cy="5182759"/>
          </a:xfrm>
          <a:prstGeom prst="roundRect">
            <a:avLst>
              <a:gd name="adj" fmla="val 8964"/>
            </a:avLst>
          </a:prstGeom>
          <a:solidFill>
            <a:srgbClr val="FEA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!!vúcifvnfsuivnfisRounded Rectangle 3">
            <a:extLst>
              <a:ext uri="{FF2B5EF4-FFF2-40B4-BE49-F238E27FC236}">
                <a16:creationId xmlns:a16="http://schemas.microsoft.com/office/drawing/2014/main" id="{22570433-7052-B471-6669-E84FB4259A2F}"/>
              </a:ext>
            </a:extLst>
          </p:cNvPr>
          <p:cNvSpPr/>
          <p:nvPr/>
        </p:nvSpPr>
        <p:spPr>
          <a:xfrm>
            <a:off x="970197" y="1442168"/>
            <a:ext cx="10265132" cy="5182759"/>
          </a:xfrm>
          <a:prstGeom prst="roundRect">
            <a:avLst>
              <a:gd name="adj" fmla="val 772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!!cjnsdjvcnRound Same Side Corner Rectangle 5">
            <a:extLst>
              <a:ext uri="{FF2B5EF4-FFF2-40B4-BE49-F238E27FC236}">
                <a16:creationId xmlns:a16="http://schemas.microsoft.com/office/drawing/2014/main" id="{16B551B8-1BEC-7469-0B2D-33E211FCE843}"/>
              </a:ext>
            </a:extLst>
          </p:cNvPr>
          <p:cNvSpPr/>
          <p:nvPr/>
        </p:nvSpPr>
        <p:spPr>
          <a:xfrm rot="5400000">
            <a:off x="6077666" y="1467264"/>
            <a:ext cx="5182759" cy="5132566"/>
          </a:xfrm>
          <a:prstGeom prst="round2SameRect">
            <a:avLst>
              <a:gd name="adj1" fmla="val 8637"/>
              <a:gd name="adj2" fmla="val 0"/>
            </a:avLst>
          </a:prstGeom>
          <a:solidFill>
            <a:srgbClr val="FFEFC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!!cuihdiFreeform 10">
            <a:extLst>
              <a:ext uri="{FF2B5EF4-FFF2-40B4-BE49-F238E27FC236}">
                <a16:creationId xmlns:a16="http://schemas.microsoft.com/office/drawing/2014/main" id="{7B7D1C7B-7C4C-28F1-743B-911C1D420636}"/>
              </a:ext>
            </a:extLst>
          </p:cNvPr>
          <p:cNvSpPr/>
          <p:nvPr/>
        </p:nvSpPr>
        <p:spPr>
          <a:xfrm>
            <a:off x="4109190" y="1151119"/>
            <a:ext cx="3973619" cy="5492331"/>
          </a:xfrm>
          <a:custGeom>
            <a:avLst/>
            <a:gdLst/>
            <a:ahLst/>
            <a:cxnLst/>
            <a:rect l="l" t="t" r="r" b="b"/>
            <a:pathLst>
              <a:path w="3721386" h="5143695">
                <a:moveTo>
                  <a:pt x="0" y="0"/>
                </a:moveTo>
                <a:lnTo>
                  <a:pt x="3721386" y="0"/>
                </a:lnTo>
                <a:lnTo>
                  <a:pt x="3721386" y="5143696"/>
                </a:lnTo>
                <a:lnTo>
                  <a:pt x="0" y="514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!!cjnsdivcjnRounded Rectangle 9">
            <a:extLst>
              <a:ext uri="{FF2B5EF4-FFF2-40B4-BE49-F238E27FC236}">
                <a16:creationId xmlns:a16="http://schemas.microsoft.com/office/drawing/2014/main" id="{B3403249-ABA6-B389-AD46-DD7813710B44}"/>
              </a:ext>
            </a:extLst>
          </p:cNvPr>
          <p:cNvSpPr/>
          <p:nvPr/>
        </p:nvSpPr>
        <p:spPr>
          <a:xfrm>
            <a:off x="1904231" y="1846010"/>
            <a:ext cx="2674272" cy="644942"/>
          </a:xfrm>
          <a:custGeom>
            <a:avLst/>
            <a:gdLst>
              <a:gd name="csX0" fmla="*/ 0 w 2674272"/>
              <a:gd name="csY0" fmla="*/ 322471 h 644942"/>
              <a:gd name="csX1" fmla="*/ 322471 w 2674272"/>
              <a:gd name="csY1" fmla="*/ 0 h 644942"/>
              <a:gd name="csX2" fmla="*/ 958328 w 2674272"/>
              <a:gd name="csY2" fmla="*/ 0 h 644942"/>
              <a:gd name="csX3" fmla="*/ 1614478 w 2674272"/>
              <a:gd name="csY3" fmla="*/ 0 h 644942"/>
              <a:gd name="csX4" fmla="*/ 2351801 w 2674272"/>
              <a:gd name="csY4" fmla="*/ 0 h 644942"/>
              <a:gd name="csX5" fmla="*/ 2674272 w 2674272"/>
              <a:gd name="csY5" fmla="*/ 322471 h 644942"/>
              <a:gd name="csX6" fmla="*/ 2674272 w 2674272"/>
              <a:gd name="csY6" fmla="*/ 322471 h 644942"/>
              <a:gd name="csX7" fmla="*/ 2351801 w 2674272"/>
              <a:gd name="csY7" fmla="*/ 644942 h 644942"/>
              <a:gd name="csX8" fmla="*/ 1715944 w 2674272"/>
              <a:gd name="csY8" fmla="*/ 644942 h 644942"/>
              <a:gd name="csX9" fmla="*/ 1019208 w 2674272"/>
              <a:gd name="csY9" fmla="*/ 644942 h 644942"/>
              <a:gd name="csX10" fmla="*/ 322471 w 2674272"/>
              <a:gd name="csY10" fmla="*/ 644942 h 644942"/>
              <a:gd name="csX11" fmla="*/ 0 w 2674272"/>
              <a:gd name="csY11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674272" h="644942" fill="none" extrusionOk="0">
                <a:moveTo>
                  <a:pt x="0" y="322471"/>
                </a:moveTo>
                <a:cubicBezTo>
                  <a:pt x="5633" y="109382"/>
                  <a:pt x="153963" y="-10096"/>
                  <a:pt x="322471" y="0"/>
                </a:cubicBezTo>
                <a:cubicBezTo>
                  <a:pt x="513047" y="-17578"/>
                  <a:pt x="771042" y="-11576"/>
                  <a:pt x="958328" y="0"/>
                </a:cubicBezTo>
                <a:cubicBezTo>
                  <a:pt x="1145614" y="11576"/>
                  <a:pt x="1288728" y="3251"/>
                  <a:pt x="1614478" y="0"/>
                </a:cubicBezTo>
                <a:cubicBezTo>
                  <a:pt x="1940228" y="-3251"/>
                  <a:pt x="1995161" y="-30581"/>
                  <a:pt x="2351801" y="0"/>
                </a:cubicBezTo>
                <a:cubicBezTo>
                  <a:pt x="2519153" y="25085"/>
                  <a:pt x="2679078" y="125867"/>
                  <a:pt x="2674272" y="322471"/>
                </a:cubicBezTo>
                <a:lnTo>
                  <a:pt x="2674272" y="322471"/>
                </a:lnTo>
                <a:cubicBezTo>
                  <a:pt x="2698074" y="520761"/>
                  <a:pt x="2546752" y="640146"/>
                  <a:pt x="2351801" y="644942"/>
                </a:cubicBezTo>
                <a:cubicBezTo>
                  <a:pt x="2140697" y="614078"/>
                  <a:pt x="1880601" y="645048"/>
                  <a:pt x="1715944" y="644942"/>
                </a:cubicBezTo>
                <a:cubicBezTo>
                  <a:pt x="1551287" y="644836"/>
                  <a:pt x="1359210" y="628064"/>
                  <a:pt x="1019208" y="644942"/>
                </a:cubicBezTo>
                <a:cubicBezTo>
                  <a:pt x="679206" y="661820"/>
                  <a:pt x="477352" y="636046"/>
                  <a:pt x="322471" y="644942"/>
                </a:cubicBezTo>
                <a:cubicBezTo>
                  <a:pt x="111244" y="627951"/>
                  <a:pt x="-911" y="506503"/>
                  <a:pt x="0" y="322471"/>
                </a:cubicBezTo>
                <a:close/>
              </a:path>
              <a:path w="2674272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1393" y="21488"/>
                  <a:pt x="810394" y="-19715"/>
                  <a:pt x="958328" y="0"/>
                </a:cubicBezTo>
                <a:cubicBezTo>
                  <a:pt x="1106262" y="19715"/>
                  <a:pt x="1452547" y="15675"/>
                  <a:pt x="1655064" y="0"/>
                </a:cubicBezTo>
                <a:cubicBezTo>
                  <a:pt x="1857581" y="-15675"/>
                  <a:pt x="2051510" y="-19165"/>
                  <a:pt x="2351801" y="0"/>
                </a:cubicBezTo>
                <a:cubicBezTo>
                  <a:pt x="2510269" y="16255"/>
                  <a:pt x="2676371" y="137865"/>
                  <a:pt x="2674272" y="322471"/>
                </a:cubicBezTo>
                <a:lnTo>
                  <a:pt x="2674272" y="322471"/>
                </a:lnTo>
                <a:cubicBezTo>
                  <a:pt x="2670292" y="490713"/>
                  <a:pt x="2524286" y="646795"/>
                  <a:pt x="2351801" y="644942"/>
                </a:cubicBezTo>
                <a:cubicBezTo>
                  <a:pt x="2047545" y="634655"/>
                  <a:pt x="1917274" y="621391"/>
                  <a:pt x="1695651" y="644942"/>
                </a:cubicBezTo>
                <a:cubicBezTo>
                  <a:pt x="1474028" y="668494"/>
                  <a:pt x="1260850" y="664981"/>
                  <a:pt x="1019208" y="644942"/>
                </a:cubicBezTo>
                <a:cubicBezTo>
                  <a:pt x="777566" y="624903"/>
                  <a:pt x="560988" y="621923"/>
                  <a:pt x="322471" y="644942"/>
                </a:cubicBezTo>
                <a:cubicBezTo>
                  <a:pt x="104733" y="641212"/>
                  <a:pt x="19691" y="53499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NGUYÊN TẮC DÂY THUN</a:t>
            </a:r>
          </a:p>
        </p:txBody>
      </p:sp>
      <p:sp>
        <p:nvSpPr>
          <p:cNvPr id="11" name="!!uhvcidsuhviRounded Rectangle 10">
            <a:extLst>
              <a:ext uri="{FF2B5EF4-FFF2-40B4-BE49-F238E27FC236}">
                <a16:creationId xmlns:a16="http://schemas.microsoft.com/office/drawing/2014/main" id="{5A5BF557-6F9F-CB9A-CBE3-35A8FA73A3F3}"/>
              </a:ext>
            </a:extLst>
          </p:cNvPr>
          <p:cNvSpPr/>
          <p:nvPr/>
        </p:nvSpPr>
        <p:spPr>
          <a:xfrm>
            <a:off x="7700749" y="1810738"/>
            <a:ext cx="2674272" cy="644942"/>
          </a:xfrm>
          <a:solidFill>
            <a:srgbClr val="FEA9B6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CHÂN DUNG QUẢN LÝ</a:t>
            </a:r>
          </a:p>
        </p:txBody>
      </p:sp>
      <p:sp>
        <p:nvSpPr>
          <p:cNvPr id="13" name="!!chbewivcbTextBox 12">
            <a:extLst>
              <a:ext uri="{FF2B5EF4-FFF2-40B4-BE49-F238E27FC236}">
                <a16:creationId xmlns:a16="http://schemas.microsoft.com/office/drawing/2014/main" id="{92CF27CE-009E-A61B-B0E4-EC5F15E4D9A7}"/>
              </a:ext>
            </a:extLst>
          </p:cNvPr>
          <p:cNvSpPr txBox="1"/>
          <p:nvPr/>
        </p:nvSpPr>
        <p:spPr>
          <a:xfrm>
            <a:off x="956671" y="2735325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04049"/>
                </a:solidFill>
                <a:latin typeface="SVN-Good Dog"/>
              </a:rPr>
              <a:t>"Sự phát triển ngừng lại khi bạn mất cảm giác về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khoảng cách giữa nơi bạn đứng và nơi bạn có thể đến!"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Dạy (Training): Cung cấp công cụ &amp; quy trình chuyên biệt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Khai vấn (Coaching): Đặt câu hỏi khai mở tư duy khác biệt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Vai trò Coach: Kéo nhân viên ra khỏi Vùng an toàn,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  vượt qua nỗi sợ hãi để bước vào Vùng học hỏi (Learning Zone)!</a:t>
            </a:r>
          </a:p>
        </p:txBody>
      </p:sp>
      <p:sp>
        <p:nvSpPr>
          <p:cNvPr id="14" name="!!vfuihsuvfTextBox 13">
            <a:extLst>
              <a:ext uri="{FF2B5EF4-FFF2-40B4-BE49-F238E27FC236}">
                <a16:creationId xmlns:a16="http://schemas.microsoft.com/office/drawing/2014/main" id="{437FA057-ABF5-2982-D0F8-36F5F76EDAEC}"/>
              </a:ext>
            </a:extLst>
          </p:cNvPr>
          <p:cNvSpPr txBox="1"/>
          <p:nvPr/>
        </p:nvSpPr>
        <p:spPr>
          <a:xfrm>
            <a:off x="7058976" y="2717747"/>
            <a:ext cx="2884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04049"/>
                </a:solidFill>
                <a:latin typeface="SVN-Good Dog"/>
              </a:rPr>
              <a:t>• Chuyển từ 'Ra lệnh - Giám sát' sang 'Truyền cảm hứng &amp; Trao quyền'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Câu hỏi khai vấn khi giao việc: 'Tại sao chọn bạn? Thách thức là gì?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  Cần hỗ trợ nguồn lực nào? Khi nào gửi lại kế hoạch?'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Cân bằng giữa Năng lực điều hành &amp; Trí tuệ cảm xúc (EQ)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Am hiểu công nghệ, giải quyết vấn đề khoa học, học hỏi liên tục!</a:t>
            </a:r>
          </a:p>
        </p:txBody>
      </p:sp>
      <p:sp>
        <p:nvSpPr>
          <p:cNvPr id="50" name="!!Rectangle 49">
            <a:extLst>
              <a:ext uri="{FF2B5EF4-FFF2-40B4-BE49-F238E27FC236}">
                <a16:creationId xmlns:a16="http://schemas.microsoft.com/office/drawing/2014/main" id="{62448ED2-FB44-AE39-D58D-3BEB32336C83}"/>
              </a:ext>
            </a:extLst>
          </p:cNvPr>
          <p:cNvSpPr/>
          <p:nvPr/>
        </p:nvSpPr>
        <p:spPr>
          <a:xfrm>
            <a:off x="0" y="6906992"/>
            <a:ext cx="12192000" cy="27555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9" name="!!TextBox 58">
            <a:extLst>
              <a:ext uri="{FF2B5EF4-FFF2-40B4-BE49-F238E27FC236}">
                <a16:creationId xmlns:a16="http://schemas.microsoft.com/office/drawing/2014/main" id="{B8F9508A-94E0-3CE3-4230-EC1CD40CF2D5}"/>
              </a:ext>
            </a:extLst>
          </p:cNvPr>
          <p:cNvSpPr txBox="1"/>
          <p:nvPr/>
        </p:nvSpPr>
        <p:spPr>
          <a:xfrm>
            <a:off x="4551936" y="-227694"/>
            <a:ext cx="3101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404049"/>
                </a:solidFill>
                <a:latin typeface="SVN-Good Dog"/>
              </a:rPr>
              <a:t>PHẦN 4</a:t>
            </a:r>
          </a:p>
        </p:txBody>
      </p:sp>
      <p:sp>
        <p:nvSpPr>
          <p:cNvPr id="61" name="!!TextBox 60">
            <a:extLst>
              <a:ext uri="{FF2B5EF4-FFF2-40B4-BE49-F238E27FC236}">
                <a16:creationId xmlns:a16="http://schemas.microsoft.com/office/drawing/2014/main" id="{4FE3E51B-AFCD-2668-4DD6-C1BCD07E0368}"/>
              </a:ext>
            </a:extLst>
          </p:cNvPr>
          <p:cNvSpPr txBox="1"/>
          <p:nvPr/>
        </p:nvSpPr>
        <p:spPr>
          <a:xfrm>
            <a:off x="4544523" y="810187"/>
            <a:ext cx="3101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PHÁT TRIỂN NĂNG LỰC KHAI VẤN (COACHING)</a:t>
            </a:r>
          </a:p>
        </p:txBody>
      </p:sp>
      <p:sp>
        <p:nvSpPr>
          <p:cNvPr id="74" name="!!Rectangle 73">
            <a:extLst>
              <a:ext uri="{FF2B5EF4-FFF2-40B4-BE49-F238E27FC236}">
                <a16:creationId xmlns:a16="http://schemas.microsoft.com/office/drawing/2014/main" id="{402961CC-785E-ACEE-9AC5-D7CCB6419BD5}"/>
              </a:ext>
            </a:extLst>
          </p:cNvPr>
          <p:cNvSpPr/>
          <p:nvPr/>
        </p:nvSpPr>
        <p:spPr>
          <a:xfrm>
            <a:off x="2860908" y="7036946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5" name="!!Rectangle 74">
            <a:extLst>
              <a:ext uri="{FF2B5EF4-FFF2-40B4-BE49-F238E27FC236}">
                <a16:creationId xmlns:a16="http://schemas.microsoft.com/office/drawing/2014/main" id="{CD1C6791-B2D0-7426-10BE-370D34FD0F90}"/>
              </a:ext>
            </a:extLst>
          </p:cNvPr>
          <p:cNvSpPr/>
          <p:nvPr/>
        </p:nvSpPr>
        <p:spPr>
          <a:xfrm>
            <a:off x="7526454" y="9134824"/>
            <a:ext cx="4357039" cy="2177811"/>
          </a:xfrm>
          <a:prstGeom prst="rect">
            <a:avLst/>
          </a:pr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6" name="!!Rectangle 75">
            <a:extLst>
              <a:ext uri="{FF2B5EF4-FFF2-40B4-BE49-F238E27FC236}">
                <a16:creationId xmlns:a16="http://schemas.microsoft.com/office/drawing/2014/main" id="{8C75CF77-33B5-F07C-C750-2B59210A405B}"/>
              </a:ext>
            </a:extLst>
          </p:cNvPr>
          <p:cNvSpPr/>
          <p:nvPr/>
        </p:nvSpPr>
        <p:spPr>
          <a:xfrm>
            <a:off x="2986258" y="6913667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7" name="!!Rectangle 76">
            <a:extLst>
              <a:ext uri="{FF2B5EF4-FFF2-40B4-BE49-F238E27FC236}">
                <a16:creationId xmlns:a16="http://schemas.microsoft.com/office/drawing/2014/main" id="{30C630C0-737C-E4D9-0C74-C7554E41A298}"/>
              </a:ext>
            </a:extLst>
          </p:cNvPr>
          <p:cNvSpPr/>
          <p:nvPr/>
        </p:nvSpPr>
        <p:spPr>
          <a:xfrm>
            <a:off x="7651804" y="9011545"/>
            <a:ext cx="4357039" cy="21778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8" name="!!TextBox 77">
            <a:extLst>
              <a:ext uri="{FF2B5EF4-FFF2-40B4-BE49-F238E27FC236}">
                <a16:creationId xmlns:a16="http://schemas.microsoft.com/office/drawing/2014/main" id="{1D1AD893-93E2-EF40-BE50-6CAF51BE33BD}"/>
              </a:ext>
            </a:extLst>
          </p:cNvPr>
          <p:cNvSpPr txBox="1"/>
          <p:nvPr/>
        </p:nvSpPr>
        <p:spPr>
          <a:xfrm>
            <a:off x="3146642" y="7374543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01</a:t>
            </a:r>
          </a:p>
        </p:txBody>
      </p:sp>
      <p:sp>
        <p:nvSpPr>
          <p:cNvPr id="79" name="!!TextBox 78">
            <a:extLst>
              <a:ext uri="{FF2B5EF4-FFF2-40B4-BE49-F238E27FC236}">
                <a16:creationId xmlns:a16="http://schemas.microsoft.com/office/drawing/2014/main" id="{20855F68-A00A-4622-9003-462F6DD9E11A}"/>
              </a:ext>
            </a:extLst>
          </p:cNvPr>
          <p:cNvSpPr txBox="1"/>
          <p:nvPr/>
        </p:nvSpPr>
        <p:spPr>
          <a:xfrm>
            <a:off x="7744277" y="9436685"/>
            <a:ext cx="1386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8000">
                <a:solidFill>
                  <a:srgbClr val="FEA9B6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02</a:t>
            </a:r>
          </a:p>
        </p:txBody>
      </p:sp>
      <p:sp>
        <p:nvSpPr>
          <p:cNvPr id="80" name="!!TextBox 79">
            <a:extLst>
              <a:ext uri="{FF2B5EF4-FFF2-40B4-BE49-F238E27FC236}">
                <a16:creationId xmlns:a16="http://schemas.microsoft.com/office/drawing/2014/main" id="{CC4BA618-4DD0-B1F6-0BCF-7773D8211F0A}"/>
              </a:ext>
            </a:extLst>
          </p:cNvPr>
          <p:cNvSpPr txBox="1"/>
          <p:nvPr/>
        </p:nvSpPr>
        <p:spPr>
          <a:xfrm>
            <a:off x="4275993" y="6836197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KỸ NĂNG KHAI VẤN</a:t>
            </a:r>
          </a:p>
        </p:txBody>
      </p:sp>
      <p:sp>
        <p:nvSpPr>
          <p:cNvPr id="81" name="!!TextBox 80">
            <a:extLst>
              <a:ext uri="{FF2B5EF4-FFF2-40B4-BE49-F238E27FC236}">
                <a16:creationId xmlns:a16="http://schemas.microsoft.com/office/drawing/2014/main" id="{C7837109-6F3C-0B8D-2199-FB06CFF1F970}"/>
              </a:ext>
            </a:extLst>
          </p:cNvPr>
          <p:cNvSpPr txBox="1"/>
          <p:nvPr/>
        </p:nvSpPr>
        <p:spPr>
          <a:xfrm>
            <a:off x="9003942" y="9066439"/>
            <a:ext cx="1680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404049"/>
                </a:solidFill>
                <a:latin typeface="SVN-Good Dog"/>
              </a:rPr>
              <a:t>QUẢN LÝ HIỆN ĐẠI</a:t>
            </a:r>
          </a:p>
        </p:txBody>
      </p:sp>
      <p:sp>
        <p:nvSpPr>
          <p:cNvPr id="83" name="!!TextBox 82">
            <a:extLst>
              <a:ext uri="{FF2B5EF4-FFF2-40B4-BE49-F238E27FC236}">
                <a16:creationId xmlns:a16="http://schemas.microsoft.com/office/drawing/2014/main" id="{D9909D8C-7E11-6BD5-6BED-723C7ECFC099}"/>
              </a:ext>
            </a:extLst>
          </p:cNvPr>
          <p:cNvSpPr txBox="1"/>
          <p:nvPr/>
        </p:nvSpPr>
        <p:spPr>
          <a:xfrm>
            <a:off x="4365993" y="7486701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9"/>
                </a:solidFill>
                <a:latin typeface="SVN-Good Dog"/>
              </a:rPr>
              <a:t>"Sự phát triển ngừng lại khi bạn mất cảm giác về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khoảng cách giữa nơi bạn đứng và nơi bạn có thể đến!"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Dạy (Training): Cung cấp công cụ &amp; quy trình chuyên biệt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Khai vấn (Coaching): Đặt câu hỏi khai mở tư duy khác biệt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Vai trò Coach: Kéo nhân viên ra khỏi Vùng an toàn,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  vượt qua nỗi sợ hãi để bước vào Vùng học hỏi (Learning Zone)!</a:t>
            </a:r>
          </a:p>
        </p:txBody>
      </p:sp>
      <p:sp>
        <p:nvSpPr>
          <p:cNvPr id="84" name="!!TextBox 83">
            <a:extLst>
              <a:ext uri="{FF2B5EF4-FFF2-40B4-BE49-F238E27FC236}">
                <a16:creationId xmlns:a16="http://schemas.microsoft.com/office/drawing/2014/main" id="{A7FB649D-59B7-C269-6A22-D69089B1F9F1}"/>
              </a:ext>
            </a:extLst>
          </p:cNvPr>
          <p:cNvSpPr txBox="1"/>
          <p:nvPr/>
        </p:nvSpPr>
        <p:spPr>
          <a:xfrm>
            <a:off x="9066461" y="9623570"/>
            <a:ext cx="2598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9"/>
                </a:solidFill>
                <a:latin typeface="SVN-Good Dog"/>
              </a:rPr>
              <a:t>• Chuyển từ 'Ra lệnh - Giám sát' sang 'Truyền cảm hứng &amp; Trao quyền'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Câu hỏi khai vấn khi giao việc: 'Tại sao chọn bạn? Thách thức là gì?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  Cần hỗ trợ nguồn lực nào? Khi nào gửi lại kế hoạch?'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Cân bằng giữa Năng lực điều hành &amp; Trí tuệ cảm xúc (EQ)</a:t>
            </a:r>
          </a:p>
          <a:p>
            <a:r>
              <a:rPr sz="1500">
                <a:solidFill>
                  <a:srgbClr val="404049"/>
                </a:solidFill>
                <a:latin typeface="SVN-Good Dog"/>
              </a:rPr>
              <a:t>• Am hiểu công nghệ, giải quyết vấn đề khoa học, học hỏi liên tục!</a:t>
            </a:r>
          </a:p>
        </p:txBody>
      </p:sp>
      <p:pic>
        <p:nvPicPr>
          <p:cNvPr id="52" name="!!cdnhuisuvhnfPicture 51">
            <a:extLst>
              <a:ext uri="{FF2B5EF4-FFF2-40B4-BE49-F238E27FC236}">
                <a16:creationId xmlns:a16="http://schemas.microsoft.com/office/drawing/2014/main" id="{EA457CF9-E7B4-7A97-4C08-B612EA38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929">
            <a:off x="9745894" y="-232049"/>
            <a:ext cx="2484405" cy="248440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CB3F296-7E58-DEFC-A0E0-0B3BBFC3FC9A}"/>
              </a:ext>
            </a:extLst>
          </p:cNvPr>
          <p:cNvGrpSpPr/>
          <p:nvPr/>
        </p:nvGrpSpPr>
        <p:grpSpPr>
          <a:xfrm>
            <a:off x="3714773" y="391395"/>
            <a:ext cx="770729" cy="770729"/>
            <a:chOff x="342448" y="2527711"/>
            <a:chExt cx="1380401" cy="138040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41733DB5-6310-2439-373C-C15D98455BB9}"/>
                </a:ext>
              </a:extLst>
            </p:cNvPr>
            <p:cNvSpPr/>
            <p:nvPr/>
          </p:nvSpPr>
          <p:spPr>
            <a:xfrm>
              <a:off x="342448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9699" y="379324"/>
                    <a:pt x="322571" y="70631"/>
                    <a:pt x="690201" y="0"/>
                  </a:cubicBezTo>
                  <a:cubicBezTo>
                    <a:pt x="1107201" y="65181"/>
                    <a:pt x="1331718" y="341896"/>
                    <a:pt x="1380402" y="690201"/>
                  </a:cubicBezTo>
                  <a:cubicBezTo>
                    <a:pt x="1408364" y="1064900"/>
                    <a:pt x="1059559" y="1405592"/>
                    <a:pt x="690201" y="1380402"/>
                  </a:cubicBezTo>
                  <a:cubicBezTo>
                    <a:pt x="261780" y="1376219"/>
                    <a:pt x="2719" y="103881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3737" y="216015"/>
                    <a:pt x="370354" y="-29101"/>
                    <a:pt x="690201" y="0"/>
                  </a:cubicBezTo>
                  <a:cubicBezTo>
                    <a:pt x="1109544" y="47250"/>
                    <a:pt x="1436569" y="287767"/>
                    <a:pt x="1380402" y="690201"/>
                  </a:cubicBezTo>
                  <a:cubicBezTo>
                    <a:pt x="1423680" y="1061325"/>
                    <a:pt x="1093176" y="1351550"/>
                    <a:pt x="690201" y="1380402"/>
                  </a:cubicBezTo>
                  <a:cubicBezTo>
                    <a:pt x="296252" y="1312516"/>
                    <a:pt x="-30690" y="1054823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72893337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3319769-62CF-B9A6-CAFB-19F0477EC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050" y="2600359"/>
              <a:ext cx="1144024" cy="1144024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46E6B3D-B219-C2F1-BB15-28909C621BFD}"/>
              </a:ext>
            </a:extLst>
          </p:cNvPr>
          <p:cNvGrpSpPr/>
          <p:nvPr/>
        </p:nvGrpSpPr>
        <p:grpSpPr>
          <a:xfrm>
            <a:off x="10284283" y="5121588"/>
            <a:ext cx="1599210" cy="1599210"/>
            <a:chOff x="1973810" y="2527711"/>
            <a:chExt cx="1380401" cy="1380401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097EF4B-1CC0-3F23-705B-5382B84CA57F}"/>
                </a:ext>
              </a:extLst>
            </p:cNvPr>
            <p:cNvSpPr/>
            <p:nvPr/>
          </p:nvSpPr>
          <p:spPr>
            <a:xfrm>
              <a:off x="1973810" y="2527711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36693" y="366171"/>
                    <a:pt x="288650" y="20437"/>
                    <a:pt x="690201" y="0"/>
                  </a:cubicBezTo>
                  <a:cubicBezTo>
                    <a:pt x="1030822" y="-7152"/>
                    <a:pt x="1408676" y="390600"/>
                    <a:pt x="1380402" y="690201"/>
                  </a:cubicBezTo>
                  <a:cubicBezTo>
                    <a:pt x="1393917" y="1056600"/>
                    <a:pt x="1066368" y="1430743"/>
                    <a:pt x="690201" y="1380402"/>
                  </a:cubicBezTo>
                  <a:cubicBezTo>
                    <a:pt x="328591" y="1366663"/>
                    <a:pt x="-75936" y="1073272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-11411" y="244593"/>
                    <a:pt x="294575" y="34109"/>
                    <a:pt x="690201" y="0"/>
                  </a:cubicBezTo>
                  <a:cubicBezTo>
                    <a:pt x="1080987" y="69421"/>
                    <a:pt x="1371983" y="347460"/>
                    <a:pt x="1380402" y="690201"/>
                  </a:cubicBezTo>
                  <a:cubicBezTo>
                    <a:pt x="1399511" y="1064787"/>
                    <a:pt x="1063273" y="1410699"/>
                    <a:pt x="690201" y="1380402"/>
                  </a:cubicBezTo>
                  <a:cubicBezTo>
                    <a:pt x="298299" y="1330283"/>
                    <a:pt x="55669" y="1144152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2853232528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3C757BE-36C2-2AC0-FD20-E60FCF62D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0121" t="21362" r="18125" b="18077"/>
            <a:stretch>
              <a:fillRect/>
            </a:stretch>
          </p:blipFill>
          <p:spPr>
            <a:xfrm>
              <a:off x="2078838" y="2629649"/>
              <a:ext cx="1197573" cy="1174457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147876-80C9-C9C2-9AC6-03D6EEB7A305}"/>
              </a:ext>
            </a:extLst>
          </p:cNvPr>
          <p:cNvGrpSpPr/>
          <p:nvPr/>
        </p:nvGrpSpPr>
        <p:grpSpPr>
          <a:xfrm>
            <a:off x="7744277" y="147514"/>
            <a:ext cx="809210" cy="985082"/>
            <a:chOff x="3784377" y="2207252"/>
            <a:chExt cx="1380401" cy="1680415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32BDD55-9407-D731-AAD7-94CF89B00DC5}"/>
                </a:ext>
              </a:extLst>
            </p:cNvPr>
            <p:cNvSpPr/>
            <p:nvPr/>
          </p:nvSpPr>
          <p:spPr>
            <a:xfrm>
              <a:off x="3784377" y="2507266"/>
              <a:ext cx="1380401" cy="1380401"/>
            </a:xfrm>
            <a:custGeom>
              <a:avLst/>
              <a:gdLst>
                <a:gd name="csX0" fmla="*/ 0 w 1380401"/>
                <a:gd name="csY0" fmla="*/ 690201 h 1380401"/>
                <a:gd name="csX1" fmla="*/ 690201 w 1380401"/>
                <a:gd name="csY1" fmla="*/ 0 h 1380401"/>
                <a:gd name="csX2" fmla="*/ 1380402 w 1380401"/>
                <a:gd name="csY2" fmla="*/ 690201 h 1380401"/>
                <a:gd name="csX3" fmla="*/ 690201 w 1380401"/>
                <a:gd name="csY3" fmla="*/ 1380402 h 1380401"/>
                <a:gd name="csX4" fmla="*/ 0 w 1380401"/>
                <a:gd name="csY4" fmla="*/ 690201 h 138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80401" h="1380401" fill="none" extrusionOk="0">
                  <a:moveTo>
                    <a:pt x="0" y="690201"/>
                  </a:moveTo>
                  <a:cubicBezTo>
                    <a:pt x="-62695" y="311554"/>
                    <a:pt x="305085" y="-21320"/>
                    <a:pt x="690201" y="0"/>
                  </a:cubicBezTo>
                  <a:cubicBezTo>
                    <a:pt x="1063946" y="94417"/>
                    <a:pt x="1365383" y="332649"/>
                    <a:pt x="1380402" y="690201"/>
                  </a:cubicBezTo>
                  <a:cubicBezTo>
                    <a:pt x="1389464" y="1084341"/>
                    <a:pt x="1036677" y="1459422"/>
                    <a:pt x="690201" y="1380402"/>
                  </a:cubicBezTo>
                  <a:cubicBezTo>
                    <a:pt x="323558" y="1342460"/>
                    <a:pt x="-55564" y="1036033"/>
                    <a:pt x="0" y="690201"/>
                  </a:cubicBezTo>
                  <a:close/>
                </a:path>
                <a:path w="1380401" h="1380401" stroke="0" extrusionOk="0">
                  <a:moveTo>
                    <a:pt x="0" y="690201"/>
                  </a:moveTo>
                  <a:cubicBezTo>
                    <a:pt x="43112" y="324014"/>
                    <a:pt x="291642" y="26689"/>
                    <a:pt x="690201" y="0"/>
                  </a:cubicBezTo>
                  <a:cubicBezTo>
                    <a:pt x="1094151" y="19830"/>
                    <a:pt x="1441700" y="335880"/>
                    <a:pt x="1380402" y="690201"/>
                  </a:cubicBezTo>
                  <a:cubicBezTo>
                    <a:pt x="1369990" y="1060891"/>
                    <a:pt x="1070292" y="1390365"/>
                    <a:pt x="690201" y="1380402"/>
                  </a:cubicBezTo>
                  <a:cubicBezTo>
                    <a:pt x="296977" y="1344430"/>
                    <a:pt x="-5013" y="1078536"/>
                    <a:pt x="0" y="690201"/>
                  </a:cubicBez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3140431642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992409C-6E1A-9817-267D-B96E3B165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353" t="8540" r="16099"/>
            <a:stretch>
              <a:fillRect/>
            </a:stretch>
          </p:blipFill>
          <p:spPr>
            <a:xfrm>
              <a:off x="3802189" y="2207252"/>
              <a:ext cx="1261907" cy="1659497"/>
            </a:xfrm>
            <a:prstGeom prst="rect">
              <a:avLst/>
            </a:prstGeom>
          </p:spPr>
        </p:pic>
      </p:grpSp>
      <p:pic>
        <p:nvPicPr>
          <p:cNvPr id="55" name="!!Picture 54">
            <a:extLst>
              <a:ext uri="{FF2B5EF4-FFF2-40B4-BE49-F238E27FC236}">
                <a16:creationId xmlns:a16="http://schemas.microsoft.com/office/drawing/2014/main" id="{3F4BDF92-027B-AABD-6B93-90B569571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1098" y="4695507"/>
            <a:ext cx="2452382" cy="245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9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ta csdvcsdfvfsngle 1">
            <a:extLst>
              <a:ext uri="{FF2B5EF4-FFF2-40B4-BE49-F238E27FC236}">
                <a16:creationId xmlns:a16="http://schemas.microsoft.com/office/drawing/2014/main" id="{23ABDE19-F7A2-B958-600F-08A6C1F93832}"/>
              </a:ext>
            </a:extLst>
          </p:cNvPr>
          <p:cNvSpPr/>
          <p:nvPr/>
        </p:nvSpPr>
        <p:spPr>
          <a:xfrm>
            <a:off x="503608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!!Rectangle 3 cdsvsfv">
            <a:extLst>
              <a:ext uri="{FF2B5EF4-FFF2-40B4-BE49-F238E27FC236}">
                <a16:creationId xmlns:a16="http://schemas.microsoft.com/office/drawing/2014/main" id="{23194BD3-6B56-973C-4523-AA51B85AF74C}"/>
              </a:ext>
            </a:extLst>
          </p:cNvPr>
          <p:cNvSpPr/>
          <p:nvPr/>
        </p:nvSpPr>
        <p:spPr>
          <a:xfrm>
            <a:off x="158565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!!vjksfnv ìndbvRectangle 4">
            <a:extLst>
              <a:ext uri="{FF2B5EF4-FFF2-40B4-BE49-F238E27FC236}">
                <a16:creationId xmlns:a16="http://schemas.microsoft.com/office/drawing/2014/main" id="{60A543DF-D79F-D2EC-4FED-CB13911E7EC7}"/>
              </a:ext>
            </a:extLst>
          </p:cNvPr>
          <p:cNvSpPr/>
          <p:nvPr/>
        </p:nvSpPr>
        <p:spPr>
          <a:xfrm>
            <a:off x="282390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!!cýdbhvy bfsRectangle 5">
            <a:extLst>
              <a:ext uri="{FF2B5EF4-FFF2-40B4-BE49-F238E27FC236}">
                <a16:creationId xmlns:a16="http://schemas.microsoft.com/office/drawing/2014/main" id="{1EE3C31D-1FE0-7BD7-30D6-B567EE738B70}"/>
              </a:ext>
            </a:extLst>
          </p:cNvPr>
          <p:cNvSpPr/>
          <p:nvPr/>
        </p:nvSpPr>
        <p:spPr>
          <a:xfrm>
            <a:off x="4066402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!!chsdhuyvhbfsRectangle 6">
            <a:extLst>
              <a:ext uri="{FF2B5EF4-FFF2-40B4-BE49-F238E27FC236}">
                <a16:creationId xmlns:a16="http://schemas.microsoft.com/office/drawing/2014/main" id="{6D4F736F-64EF-5799-BE73-35F45B0A0935}"/>
              </a:ext>
            </a:extLst>
          </p:cNvPr>
          <p:cNvSpPr/>
          <p:nvPr/>
        </p:nvSpPr>
        <p:spPr>
          <a:xfrm>
            <a:off x="514844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!!cgyuudsgvysuRectangle 8">
            <a:extLst>
              <a:ext uri="{FF2B5EF4-FFF2-40B4-BE49-F238E27FC236}">
                <a16:creationId xmlns:a16="http://schemas.microsoft.com/office/drawing/2014/main" id="{4B45DAD5-E72B-FF99-C381-AC9116559D8A}"/>
              </a:ext>
            </a:extLst>
          </p:cNvPr>
          <p:cNvSpPr/>
          <p:nvPr/>
        </p:nvSpPr>
        <p:spPr>
          <a:xfrm>
            <a:off x="6386696" y="-79118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!!fycsduybvfRectangle 9">
            <a:extLst>
              <a:ext uri="{FF2B5EF4-FFF2-40B4-BE49-F238E27FC236}">
                <a16:creationId xmlns:a16="http://schemas.microsoft.com/office/drawing/2014/main" id="{AF1031F3-40F1-77EC-A074-51D5B312FF06}"/>
              </a:ext>
            </a:extLst>
          </p:cNvPr>
          <p:cNvSpPr/>
          <p:nvPr/>
        </p:nvSpPr>
        <p:spPr>
          <a:xfrm>
            <a:off x="7563362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!!chbydsjvb fdRectangle 12">
            <a:extLst>
              <a:ext uri="{FF2B5EF4-FFF2-40B4-BE49-F238E27FC236}">
                <a16:creationId xmlns:a16="http://schemas.microsoft.com/office/drawing/2014/main" id="{E08FCF5A-7566-D5EE-845C-7C962ADA2F39}"/>
              </a:ext>
            </a:extLst>
          </p:cNvPr>
          <p:cNvSpPr/>
          <p:nvPr/>
        </p:nvSpPr>
        <p:spPr>
          <a:xfrm>
            <a:off x="864540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!!hjbdfjhv bfdjRectangle 14">
            <a:extLst>
              <a:ext uri="{FF2B5EF4-FFF2-40B4-BE49-F238E27FC236}">
                <a16:creationId xmlns:a16="http://schemas.microsoft.com/office/drawing/2014/main" id="{855B3204-A575-FC61-D5CD-75E33ECA738D}"/>
              </a:ext>
            </a:extLst>
          </p:cNvPr>
          <p:cNvSpPr/>
          <p:nvPr/>
        </p:nvSpPr>
        <p:spPr>
          <a:xfrm>
            <a:off x="9883656" y="-797634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!! fjknd nkjdfRectangle 18">
            <a:extLst>
              <a:ext uri="{FF2B5EF4-FFF2-40B4-BE49-F238E27FC236}">
                <a16:creationId xmlns:a16="http://schemas.microsoft.com/office/drawing/2014/main" id="{88A2428E-C893-C9BC-D186-07C7A6BF71AD}"/>
              </a:ext>
            </a:extLst>
          </p:cNvPr>
          <p:cNvSpPr/>
          <p:nvPr/>
        </p:nvSpPr>
        <p:spPr>
          <a:xfrm rot="5400000">
            <a:off x="5877978" y="-6216249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!!hb sdjfvb sRectangle 19">
            <a:extLst>
              <a:ext uri="{FF2B5EF4-FFF2-40B4-BE49-F238E27FC236}">
                <a16:creationId xmlns:a16="http://schemas.microsoft.com/office/drawing/2014/main" id="{287C2AAE-D7D5-B441-2DC6-09A2C53E2088}"/>
              </a:ext>
            </a:extLst>
          </p:cNvPr>
          <p:cNvSpPr/>
          <p:nvPr/>
        </p:nvSpPr>
        <p:spPr>
          <a:xfrm rot="5400000">
            <a:off x="5877978" y="-513420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2" name="!!cdsbhv bsdRectangle 20">
            <a:extLst>
              <a:ext uri="{FF2B5EF4-FFF2-40B4-BE49-F238E27FC236}">
                <a16:creationId xmlns:a16="http://schemas.microsoft.com/office/drawing/2014/main" id="{BAEB955F-16C1-D83D-AA37-C21C45CB01C6}"/>
              </a:ext>
            </a:extLst>
          </p:cNvPr>
          <p:cNvSpPr/>
          <p:nvPr/>
        </p:nvSpPr>
        <p:spPr>
          <a:xfrm rot="5400000">
            <a:off x="5877978" y="-38959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!!Rectangle 21 sdv sdv">
            <a:extLst>
              <a:ext uri="{FF2B5EF4-FFF2-40B4-BE49-F238E27FC236}">
                <a16:creationId xmlns:a16="http://schemas.microsoft.com/office/drawing/2014/main" id="{91C4A5CF-154C-4817-D797-64CCF1B4C0BB}"/>
              </a:ext>
            </a:extLst>
          </p:cNvPr>
          <p:cNvSpPr/>
          <p:nvPr/>
        </p:nvSpPr>
        <p:spPr>
          <a:xfrm rot="5400000">
            <a:off x="5957749" y="-2653455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!!cưesdvcsdvRectangle 22">
            <a:extLst>
              <a:ext uri="{FF2B5EF4-FFF2-40B4-BE49-F238E27FC236}">
                <a16:creationId xmlns:a16="http://schemas.microsoft.com/office/drawing/2014/main" id="{9EF9C092-83EF-7F8D-AFCF-2E1397198281}"/>
              </a:ext>
            </a:extLst>
          </p:cNvPr>
          <p:cNvSpPr/>
          <p:nvPr/>
        </p:nvSpPr>
        <p:spPr>
          <a:xfrm rot="5400000">
            <a:off x="5957749" y="-157141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!!dceacRectangle 23">
            <a:extLst>
              <a:ext uri="{FF2B5EF4-FFF2-40B4-BE49-F238E27FC236}">
                <a16:creationId xmlns:a16="http://schemas.microsoft.com/office/drawing/2014/main" id="{463D4462-F87A-445B-2729-065DCC3AB41A}"/>
              </a:ext>
            </a:extLst>
          </p:cNvPr>
          <p:cNvSpPr/>
          <p:nvPr/>
        </p:nvSpPr>
        <p:spPr>
          <a:xfrm rot="5400000">
            <a:off x="5957749" y="-333161"/>
            <a:ext cx="596714" cy="13326831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!!hjbdfjhv bfdjRectangle sdvcsdfv 14">
            <a:extLst>
              <a:ext uri="{FF2B5EF4-FFF2-40B4-BE49-F238E27FC236}">
                <a16:creationId xmlns:a16="http://schemas.microsoft.com/office/drawing/2014/main" id="{C0B86A09-78DB-3DDF-BC4B-1430C71473C0}"/>
              </a:ext>
            </a:extLst>
          </p:cNvPr>
          <p:cNvSpPr/>
          <p:nvPr/>
        </p:nvSpPr>
        <p:spPr>
          <a:xfrm>
            <a:off x="11140922" y="-742950"/>
            <a:ext cx="596714" cy="8058150"/>
          </a:xfrm>
          <a:prstGeom prst="rect">
            <a:avLst/>
          </a:prstGeom>
          <a:solidFill>
            <a:schemeClr val="bg1">
              <a:alpha val="439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9F0A2245-4434-0757-FF80-3F121BB4EE67}"/>
              </a:ext>
            </a:extLst>
          </p:cNvPr>
          <p:cNvSpPr/>
          <p:nvPr/>
        </p:nvSpPr>
        <p:spPr>
          <a:xfrm>
            <a:off x="-20778" y="-1635162"/>
            <a:ext cx="3928087" cy="8493162"/>
          </a:xfrm>
          <a:custGeom>
            <a:avLst/>
            <a:gdLst/>
            <a:ahLst/>
            <a:cxnLst/>
            <a:rect l="l" t="t" r="r" b="b"/>
            <a:pathLst>
              <a:path w="3215875" h="6953243">
                <a:moveTo>
                  <a:pt x="0" y="0"/>
                </a:moveTo>
                <a:lnTo>
                  <a:pt x="3215876" y="0"/>
                </a:lnTo>
                <a:lnTo>
                  <a:pt x="3215876" y="6953244"/>
                </a:lnTo>
                <a:lnTo>
                  <a:pt x="0" y="695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CC4A3-34EC-0BE7-6CA8-C0F1DC1BDD0E}"/>
              </a:ext>
            </a:extLst>
          </p:cNvPr>
          <p:cNvSpPr/>
          <p:nvPr/>
        </p:nvSpPr>
        <p:spPr>
          <a:xfrm>
            <a:off x="3789680" y="1882024"/>
            <a:ext cx="8710706" cy="3012449"/>
          </a:xfrm>
          <a:custGeom>
            <a:avLst/>
            <a:gdLst>
              <a:gd name="csX0" fmla="*/ 0 w 8710706"/>
              <a:gd name="csY0" fmla="*/ 0 h 3012449"/>
              <a:gd name="csX1" fmla="*/ 580714 w 8710706"/>
              <a:gd name="csY1" fmla="*/ 0 h 3012449"/>
              <a:gd name="csX2" fmla="*/ 1335642 w 8710706"/>
              <a:gd name="csY2" fmla="*/ 0 h 3012449"/>
              <a:gd name="csX3" fmla="*/ 1829248 w 8710706"/>
              <a:gd name="csY3" fmla="*/ 0 h 3012449"/>
              <a:gd name="csX4" fmla="*/ 2322855 w 8710706"/>
              <a:gd name="csY4" fmla="*/ 0 h 3012449"/>
              <a:gd name="csX5" fmla="*/ 2903569 w 8710706"/>
              <a:gd name="csY5" fmla="*/ 0 h 3012449"/>
              <a:gd name="csX6" fmla="*/ 3571389 w 8710706"/>
              <a:gd name="csY6" fmla="*/ 0 h 3012449"/>
              <a:gd name="csX7" fmla="*/ 4239210 w 8710706"/>
              <a:gd name="csY7" fmla="*/ 0 h 3012449"/>
              <a:gd name="csX8" fmla="*/ 4907031 w 8710706"/>
              <a:gd name="csY8" fmla="*/ 0 h 3012449"/>
              <a:gd name="csX9" fmla="*/ 5661959 w 8710706"/>
              <a:gd name="csY9" fmla="*/ 0 h 3012449"/>
              <a:gd name="csX10" fmla="*/ 6242673 w 8710706"/>
              <a:gd name="csY10" fmla="*/ 0 h 3012449"/>
              <a:gd name="csX11" fmla="*/ 6910493 w 8710706"/>
              <a:gd name="csY11" fmla="*/ 0 h 3012449"/>
              <a:gd name="csX12" fmla="*/ 7491207 w 8710706"/>
              <a:gd name="csY12" fmla="*/ 0 h 3012449"/>
              <a:gd name="csX13" fmla="*/ 8071921 w 8710706"/>
              <a:gd name="csY13" fmla="*/ 0 h 3012449"/>
              <a:gd name="csX14" fmla="*/ 8710706 w 8710706"/>
              <a:gd name="csY14" fmla="*/ 0 h 3012449"/>
              <a:gd name="csX15" fmla="*/ 8710706 w 8710706"/>
              <a:gd name="csY15" fmla="*/ 411701 h 3012449"/>
              <a:gd name="csX16" fmla="*/ 8710706 w 8710706"/>
              <a:gd name="csY16" fmla="*/ 943901 h 3012449"/>
              <a:gd name="csX17" fmla="*/ 8710706 w 8710706"/>
              <a:gd name="csY17" fmla="*/ 1385727 h 3012449"/>
              <a:gd name="csX18" fmla="*/ 8710706 w 8710706"/>
              <a:gd name="csY18" fmla="*/ 1917926 h 3012449"/>
              <a:gd name="csX19" fmla="*/ 8710706 w 8710706"/>
              <a:gd name="csY19" fmla="*/ 2389876 h 3012449"/>
              <a:gd name="csX20" fmla="*/ 8710706 w 8710706"/>
              <a:gd name="csY20" fmla="*/ 3012449 h 3012449"/>
              <a:gd name="csX21" fmla="*/ 8391313 w 8710706"/>
              <a:gd name="csY21" fmla="*/ 3012449 h 3012449"/>
              <a:gd name="csX22" fmla="*/ 7897707 w 8710706"/>
              <a:gd name="csY22" fmla="*/ 3012449 h 3012449"/>
              <a:gd name="csX23" fmla="*/ 7229886 w 8710706"/>
              <a:gd name="csY23" fmla="*/ 3012449 h 3012449"/>
              <a:gd name="csX24" fmla="*/ 6823386 w 8710706"/>
              <a:gd name="csY24" fmla="*/ 3012449 h 3012449"/>
              <a:gd name="csX25" fmla="*/ 6068459 w 8710706"/>
              <a:gd name="csY25" fmla="*/ 3012449 h 3012449"/>
              <a:gd name="csX26" fmla="*/ 5313531 w 8710706"/>
              <a:gd name="csY26" fmla="*/ 3012449 h 3012449"/>
              <a:gd name="csX27" fmla="*/ 4732817 w 8710706"/>
              <a:gd name="csY27" fmla="*/ 3012449 h 3012449"/>
              <a:gd name="csX28" fmla="*/ 3977889 w 8710706"/>
              <a:gd name="csY28" fmla="*/ 3012449 h 3012449"/>
              <a:gd name="csX29" fmla="*/ 3397175 w 8710706"/>
              <a:gd name="csY29" fmla="*/ 3012449 h 3012449"/>
              <a:gd name="csX30" fmla="*/ 2729355 w 8710706"/>
              <a:gd name="csY30" fmla="*/ 3012449 h 3012449"/>
              <a:gd name="csX31" fmla="*/ 2409962 w 8710706"/>
              <a:gd name="csY31" fmla="*/ 3012449 h 3012449"/>
              <a:gd name="csX32" fmla="*/ 1655034 w 8710706"/>
              <a:gd name="csY32" fmla="*/ 3012449 h 3012449"/>
              <a:gd name="csX33" fmla="*/ 1161427 w 8710706"/>
              <a:gd name="csY33" fmla="*/ 3012449 h 3012449"/>
              <a:gd name="csX34" fmla="*/ 493607 w 8710706"/>
              <a:gd name="csY34" fmla="*/ 3012449 h 3012449"/>
              <a:gd name="csX35" fmla="*/ 0 w 8710706"/>
              <a:gd name="csY35" fmla="*/ 3012449 h 3012449"/>
              <a:gd name="csX36" fmla="*/ 0 w 8710706"/>
              <a:gd name="csY36" fmla="*/ 2450125 h 3012449"/>
              <a:gd name="csX37" fmla="*/ 0 w 8710706"/>
              <a:gd name="csY37" fmla="*/ 1917926 h 3012449"/>
              <a:gd name="csX38" fmla="*/ 0 w 8710706"/>
              <a:gd name="csY38" fmla="*/ 1476100 h 3012449"/>
              <a:gd name="csX39" fmla="*/ 0 w 8710706"/>
              <a:gd name="csY39" fmla="*/ 1064399 h 3012449"/>
              <a:gd name="csX40" fmla="*/ 0 w 8710706"/>
              <a:gd name="csY40" fmla="*/ 502075 h 3012449"/>
              <a:gd name="csX41" fmla="*/ 0 w 8710706"/>
              <a:gd name="csY41" fmla="*/ 0 h 30124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8710706" h="3012449" fill="none" extrusionOk="0">
                <a:moveTo>
                  <a:pt x="0" y="0"/>
                </a:moveTo>
                <a:cubicBezTo>
                  <a:pt x="216891" y="-45476"/>
                  <a:pt x="408340" y="12597"/>
                  <a:pt x="580714" y="0"/>
                </a:cubicBezTo>
                <a:cubicBezTo>
                  <a:pt x="753088" y="-12597"/>
                  <a:pt x="987543" y="73707"/>
                  <a:pt x="1335642" y="0"/>
                </a:cubicBezTo>
                <a:cubicBezTo>
                  <a:pt x="1683741" y="-73707"/>
                  <a:pt x="1700453" y="39980"/>
                  <a:pt x="1829248" y="0"/>
                </a:cubicBezTo>
                <a:cubicBezTo>
                  <a:pt x="1958043" y="-39980"/>
                  <a:pt x="2217678" y="24561"/>
                  <a:pt x="2322855" y="0"/>
                </a:cubicBezTo>
                <a:cubicBezTo>
                  <a:pt x="2428032" y="-24561"/>
                  <a:pt x="2742322" y="54358"/>
                  <a:pt x="2903569" y="0"/>
                </a:cubicBezTo>
                <a:cubicBezTo>
                  <a:pt x="3064816" y="-54358"/>
                  <a:pt x="3253078" y="54545"/>
                  <a:pt x="3571389" y="0"/>
                </a:cubicBezTo>
                <a:cubicBezTo>
                  <a:pt x="3889700" y="-54545"/>
                  <a:pt x="4053839" y="39445"/>
                  <a:pt x="4239210" y="0"/>
                </a:cubicBezTo>
                <a:cubicBezTo>
                  <a:pt x="4424581" y="-39445"/>
                  <a:pt x="4684947" y="39923"/>
                  <a:pt x="4907031" y="0"/>
                </a:cubicBezTo>
                <a:cubicBezTo>
                  <a:pt x="5129115" y="-39923"/>
                  <a:pt x="5348735" y="47399"/>
                  <a:pt x="5661959" y="0"/>
                </a:cubicBezTo>
                <a:cubicBezTo>
                  <a:pt x="5975183" y="-47399"/>
                  <a:pt x="5956138" y="26393"/>
                  <a:pt x="6242673" y="0"/>
                </a:cubicBezTo>
                <a:cubicBezTo>
                  <a:pt x="6529208" y="-26393"/>
                  <a:pt x="6601596" y="13442"/>
                  <a:pt x="6910493" y="0"/>
                </a:cubicBezTo>
                <a:cubicBezTo>
                  <a:pt x="7219390" y="-13442"/>
                  <a:pt x="7267633" y="44278"/>
                  <a:pt x="7491207" y="0"/>
                </a:cubicBezTo>
                <a:cubicBezTo>
                  <a:pt x="7714781" y="-44278"/>
                  <a:pt x="7902043" y="55456"/>
                  <a:pt x="8071921" y="0"/>
                </a:cubicBezTo>
                <a:cubicBezTo>
                  <a:pt x="8241799" y="-55456"/>
                  <a:pt x="8490763" y="6210"/>
                  <a:pt x="8710706" y="0"/>
                </a:cubicBezTo>
                <a:cubicBezTo>
                  <a:pt x="8738842" y="163619"/>
                  <a:pt x="8700583" y="322309"/>
                  <a:pt x="8710706" y="411701"/>
                </a:cubicBezTo>
                <a:cubicBezTo>
                  <a:pt x="8720829" y="501093"/>
                  <a:pt x="8704230" y="742269"/>
                  <a:pt x="8710706" y="943901"/>
                </a:cubicBezTo>
                <a:cubicBezTo>
                  <a:pt x="8717182" y="1145533"/>
                  <a:pt x="8690424" y="1171958"/>
                  <a:pt x="8710706" y="1385727"/>
                </a:cubicBezTo>
                <a:cubicBezTo>
                  <a:pt x="8730988" y="1599496"/>
                  <a:pt x="8665182" y="1735432"/>
                  <a:pt x="8710706" y="1917926"/>
                </a:cubicBezTo>
                <a:cubicBezTo>
                  <a:pt x="8756230" y="2100420"/>
                  <a:pt x="8698876" y="2280674"/>
                  <a:pt x="8710706" y="2389876"/>
                </a:cubicBezTo>
                <a:cubicBezTo>
                  <a:pt x="8722536" y="2499078"/>
                  <a:pt x="8699394" y="2853686"/>
                  <a:pt x="8710706" y="3012449"/>
                </a:cubicBezTo>
                <a:cubicBezTo>
                  <a:pt x="8617731" y="3034484"/>
                  <a:pt x="8460774" y="2979448"/>
                  <a:pt x="8391313" y="3012449"/>
                </a:cubicBezTo>
                <a:cubicBezTo>
                  <a:pt x="8321852" y="3045450"/>
                  <a:pt x="8130448" y="3005421"/>
                  <a:pt x="7897707" y="3012449"/>
                </a:cubicBezTo>
                <a:cubicBezTo>
                  <a:pt x="7664966" y="3019477"/>
                  <a:pt x="7370462" y="3001222"/>
                  <a:pt x="7229886" y="3012449"/>
                </a:cubicBezTo>
                <a:cubicBezTo>
                  <a:pt x="7089310" y="3023676"/>
                  <a:pt x="7005362" y="2987706"/>
                  <a:pt x="6823386" y="3012449"/>
                </a:cubicBezTo>
                <a:cubicBezTo>
                  <a:pt x="6641410" y="3037192"/>
                  <a:pt x="6348196" y="2986779"/>
                  <a:pt x="6068459" y="3012449"/>
                </a:cubicBezTo>
                <a:cubicBezTo>
                  <a:pt x="5788722" y="3038119"/>
                  <a:pt x="5523632" y="2929278"/>
                  <a:pt x="5313531" y="3012449"/>
                </a:cubicBezTo>
                <a:cubicBezTo>
                  <a:pt x="5103430" y="3095620"/>
                  <a:pt x="4905411" y="2959630"/>
                  <a:pt x="4732817" y="3012449"/>
                </a:cubicBezTo>
                <a:cubicBezTo>
                  <a:pt x="4560223" y="3065268"/>
                  <a:pt x="4150481" y="2926250"/>
                  <a:pt x="3977889" y="3012449"/>
                </a:cubicBezTo>
                <a:cubicBezTo>
                  <a:pt x="3805297" y="3098648"/>
                  <a:pt x="3676836" y="3001728"/>
                  <a:pt x="3397175" y="3012449"/>
                </a:cubicBezTo>
                <a:cubicBezTo>
                  <a:pt x="3117514" y="3023170"/>
                  <a:pt x="3014521" y="2967401"/>
                  <a:pt x="2729355" y="3012449"/>
                </a:cubicBezTo>
                <a:cubicBezTo>
                  <a:pt x="2444189" y="3057497"/>
                  <a:pt x="2511428" y="2975332"/>
                  <a:pt x="2409962" y="3012449"/>
                </a:cubicBezTo>
                <a:cubicBezTo>
                  <a:pt x="2308496" y="3049566"/>
                  <a:pt x="2026834" y="2933086"/>
                  <a:pt x="1655034" y="3012449"/>
                </a:cubicBezTo>
                <a:cubicBezTo>
                  <a:pt x="1283234" y="3091812"/>
                  <a:pt x="1293991" y="3005915"/>
                  <a:pt x="1161427" y="3012449"/>
                </a:cubicBezTo>
                <a:cubicBezTo>
                  <a:pt x="1028863" y="3018983"/>
                  <a:pt x="789776" y="2982130"/>
                  <a:pt x="493607" y="3012449"/>
                </a:cubicBezTo>
                <a:cubicBezTo>
                  <a:pt x="197438" y="3042768"/>
                  <a:pt x="117670" y="2963437"/>
                  <a:pt x="0" y="3012449"/>
                </a:cubicBezTo>
                <a:cubicBezTo>
                  <a:pt x="-54785" y="2786934"/>
                  <a:pt x="11967" y="2564221"/>
                  <a:pt x="0" y="2450125"/>
                </a:cubicBezTo>
                <a:cubicBezTo>
                  <a:pt x="-11967" y="2336029"/>
                  <a:pt x="63576" y="2084848"/>
                  <a:pt x="0" y="1917926"/>
                </a:cubicBezTo>
                <a:cubicBezTo>
                  <a:pt x="-63576" y="1751004"/>
                  <a:pt x="16180" y="1643713"/>
                  <a:pt x="0" y="1476100"/>
                </a:cubicBezTo>
                <a:cubicBezTo>
                  <a:pt x="-16180" y="1308487"/>
                  <a:pt x="45212" y="1232671"/>
                  <a:pt x="0" y="1064399"/>
                </a:cubicBezTo>
                <a:cubicBezTo>
                  <a:pt x="-45212" y="896127"/>
                  <a:pt x="55122" y="650188"/>
                  <a:pt x="0" y="502075"/>
                </a:cubicBezTo>
                <a:cubicBezTo>
                  <a:pt x="-55122" y="353962"/>
                  <a:pt x="39461" y="136053"/>
                  <a:pt x="0" y="0"/>
                </a:cubicBezTo>
                <a:close/>
              </a:path>
              <a:path w="8710706" h="3012449" stroke="0" extrusionOk="0">
                <a:moveTo>
                  <a:pt x="0" y="0"/>
                </a:moveTo>
                <a:cubicBezTo>
                  <a:pt x="99166" y="-56362"/>
                  <a:pt x="340699" y="33352"/>
                  <a:pt x="493607" y="0"/>
                </a:cubicBezTo>
                <a:cubicBezTo>
                  <a:pt x="646515" y="-33352"/>
                  <a:pt x="696513" y="32222"/>
                  <a:pt x="812999" y="0"/>
                </a:cubicBezTo>
                <a:cubicBezTo>
                  <a:pt x="929485" y="-32222"/>
                  <a:pt x="1358078" y="49205"/>
                  <a:pt x="1567927" y="0"/>
                </a:cubicBezTo>
                <a:cubicBezTo>
                  <a:pt x="1777776" y="-49205"/>
                  <a:pt x="1832077" y="27902"/>
                  <a:pt x="2061534" y="0"/>
                </a:cubicBezTo>
                <a:cubicBezTo>
                  <a:pt x="2290991" y="-27902"/>
                  <a:pt x="2358785" y="26635"/>
                  <a:pt x="2555140" y="0"/>
                </a:cubicBezTo>
                <a:cubicBezTo>
                  <a:pt x="2751495" y="-26635"/>
                  <a:pt x="3096823" y="4801"/>
                  <a:pt x="3310068" y="0"/>
                </a:cubicBezTo>
                <a:cubicBezTo>
                  <a:pt x="3523313" y="-4801"/>
                  <a:pt x="3612198" y="22527"/>
                  <a:pt x="3716568" y="0"/>
                </a:cubicBezTo>
                <a:cubicBezTo>
                  <a:pt x="3820938" y="-22527"/>
                  <a:pt x="4306389" y="45182"/>
                  <a:pt x="4471496" y="0"/>
                </a:cubicBezTo>
                <a:cubicBezTo>
                  <a:pt x="4636603" y="-45182"/>
                  <a:pt x="5002150" y="23933"/>
                  <a:pt x="5226424" y="0"/>
                </a:cubicBezTo>
                <a:cubicBezTo>
                  <a:pt x="5450698" y="-23933"/>
                  <a:pt x="5581099" y="36002"/>
                  <a:pt x="5807137" y="0"/>
                </a:cubicBezTo>
                <a:cubicBezTo>
                  <a:pt x="6033175" y="-36002"/>
                  <a:pt x="6276008" y="15784"/>
                  <a:pt x="6562065" y="0"/>
                </a:cubicBezTo>
                <a:cubicBezTo>
                  <a:pt x="6848122" y="-15784"/>
                  <a:pt x="6890034" y="21249"/>
                  <a:pt x="7055672" y="0"/>
                </a:cubicBezTo>
                <a:cubicBezTo>
                  <a:pt x="7221310" y="-21249"/>
                  <a:pt x="7436198" y="36450"/>
                  <a:pt x="7549279" y="0"/>
                </a:cubicBezTo>
                <a:cubicBezTo>
                  <a:pt x="7662360" y="-36450"/>
                  <a:pt x="7890908" y="73756"/>
                  <a:pt x="8217099" y="0"/>
                </a:cubicBezTo>
                <a:cubicBezTo>
                  <a:pt x="8543290" y="-73756"/>
                  <a:pt x="8511170" y="55373"/>
                  <a:pt x="8710706" y="0"/>
                </a:cubicBezTo>
                <a:cubicBezTo>
                  <a:pt x="8767091" y="137177"/>
                  <a:pt x="8710410" y="289999"/>
                  <a:pt x="8710706" y="562324"/>
                </a:cubicBezTo>
                <a:cubicBezTo>
                  <a:pt x="8711002" y="834649"/>
                  <a:pt x="8660293" y="960450"/>
                  <a:pt x="8710706" y="1094523"/>
                </a:cubicBezTo>
                <a:cubicBezTo>
                  <a:pt x="8761119" y="1228596"/>
                  <a:pt x="8707761" y="1426843"/>
                  <a:pt x="8710706" y="1626722"/>
                </a:cubicBezTo>
                <a:cubicBezTo>
                  <a:pt x="8713651" y="1826601"/>
                  <a:pt x="8695958" y="2006135"/>
                  <a:pt x="8710706" y="2158922"/>
                </a:cubicBezTo>
                <a:cubicBezTo>
                  <a:pt x="8725454" y="2311709"/>
                  <a:pt x="8695538" y="2416196"/>
                  <a:pt x="8710706" y="2570623"/>
                </a:cubicBezTo>
                <a:cubicBezTo>
                  <a:pt x="8725874" y="2725050"/>
                  <a:pt x="8685609" y="2829593"/>
                  <a:pt x="8710706" y="3012449"/>
                </a:cubicBezTo>
                <a:cubicBezTo>
                  <a:pt x="8416995" y="3066052"/>
                  <a:pt x="8206001" y="2990746"/>
                  <a:pt x="8042885" y="3012449"/>
                </a:cubicBezTo>
                <a:cubicBezTo>
                  <a:pt x="7879769" y="3034152"/>
                  <a:pt x="7756037" y="3012393"/>
                  <a:pt x="7636386" y="3012449"/>
                </a:cubicBezTo>
                <a:cubicBezTo>
                  <a:pt x="7516735" y="3012505"/>
                  <a:pt x="7277393" y="2974153"/>
                  <a:pt x="7055672" y="3012449"/>
                </a:cubicBezTo>
                <a:cubicBezTo>
                  <a:pt x="6833951" y="3050745"/>
                  <a:pt x="6843251" y="2995441"/>
                  <a:pt x="6736279" y="3012449"/>
                </a:cubicBezTo>
                <a:cubicBezTo>
                  <a:pt x="6629307" y="3029457"/>
                  <a:pt x="6541027" y="2975785"/>
                  <a:pt x="6416887" y="3012449"/>
                </a:cubicBezTo>
                <a:cubicBezTo>
                  <a:pt x="6292747" y="3049113"/>
                  <a:pt x="6076501" y="2981870"/>
                  <a:pt x="5836173" y="3012449"/>
                </a:cubicBezTo>
                <a:cubicBezTo>
                  <a:pt x="5595845" y="3043028"/>
                  <a:pt x="5539900" y="3004060"/>
                  <a:pt x="5429673" y="3012449"/>
                </a:cubicBezTo>
                <a:cubicBezTo>
                  <a:pt x="5319446" y="3020838"/>
                  <a:pt x="4910858" y="2970458"/>
                  <a:pt x="4761853" y="3012449"/>
                </a:cubicBezTo>
                <a:cubicBezTo>
                  <a:pt x="4612848" y="3054440"/>
                  <a:pt x="4536613" y="3010281"/>
                  <a:pt x="4355353" y="3012449"/>
                </a:cubicBezTo>
                <a:cubicBezTo>
                  <a:pt x="4174093" y="3014617"/>
                  <a:pt x="3929061" y="2951882"/>
                  <a:pt x="3687532" y="3012449"/>
                </a:cubicBezTo>
                <a:cubicBezTo>
                  <a:pt x="3446003" y="3073016"/>
                  <a:pt x="3484331" y="3005538"/>
                  <a:pt x="3368140" y="3012449"/>
                </a:cubicBezTo>
                <a:cubicBezTo>
                  <a:pt x="3251949" y="3019360"/>
                  <a:pt x="3001467" y="2961780"/>
                  <a:pt x="2700319" y="3012449"/>
                </a:cubicBezTo>
                <a:cubicBezTo>
                  <a:pt x="2399171" y="3063118"/>
                  <a:pt x="2407911" y="2975491"/>
                  <a:pt x="2293819" y="3012449"/>
                </a:cubicBezTo>
                <a:cubicBezTo>
                  <a:pt x="2179727" y="3049407"/>
                  <a:pt x="2059997" y="2997119"/>
                  <a:pt x="1974427" y="3012449"/>
                </a:cubicBezTo>
                <a:cubicBezTo>
                  <a:pt x="1888857" y="3027779"/>
                  <a:pt x="1701262" y="3008133"/>
                  <a:pt x="1567927" y="3012449"/>
                </a:cubicBezTo>
                <a:cubicBezTo>
                  <a:pt x="1434592" y="3016765"/>
                  <a:pt x="1126590" y="2945226"/>
                  <a:pt x="900106" y="3012449"/>
                </a:cubicBezTo>
                <a:cubicBezTo>
                  <a:pt x="673622" y="3079672"/>
                  <a:pt x="666764" y="3004618"/>
                  <a:pt x="493607" y="3012449"/>
                </a:cubicBezTo>
                <a:cubicBezTo>
                  <a:pt x="320450" y="3020280"/>
                  <a:pt x="212221" y="2980137"/>
                  <a:pt x="0" y="3012449"/>
                </a:cubicBezTo>
                <a:cubicBezTo>
                  <a:pt x="-39956" y="2792196"/>
                  <a:pt x="42304" y="2704214"/>
                  <a:pt x="0" y="2570623"/>
                </a:cubicBezTo>
                <a:cubicBezTo>
                  <a:pt x="-42304" y="2437032"/>
                  <a:pt x="18954" y="2284851"/>
                  <a:pt x="0" y="2038424"/>
                </a:cubicBezTo>
                <a:cubicBezTo>
                  <a:pt x="-18954" y="1791997"/>
                  <a:pt x="33800" y="1746610"/>
                  <a:pt x="0" y="1626722"/>
                </a:cubicBezTo>
                <a:cubicBezTo>
                  <a:pt x="-33800" y="1506834"/>
                  <a:pt x="53794" y="1225089"/>
                  <a:pt x="0" y="1124648"/>
                </a:cubicBezTo>
                <a:cubicBezTo>
                  <a:pt x="-53794" y="1024207"/>
                  <a:pt x="187" y="900855"/>
                  <a:pt x="0" y="682822"/>
                </a:cubicBezTo>
                <a:cubicBezTo>
                  <a:pt x="-187" y="464789"/>
                  <a:pt x="76462" y="297666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VN-Good Dog"/>
              </a:rPr>
              <a:t>Phần thưởng:</a:t>
            </a:r>
            <a:endParaRPr lang="en-VN"/>
          </a:p>
          <a:p>
            <a:r>
              <a:rPr sz="1800">
                <a:latin typeface="SVN-Good Dog"/>
              </a:rPr>
              <a:t>Hộp quà Biti's may mắn</a:t>
            </a:r>
          </a:p>
        </p:txBody>
      </p:sp>
      <p:pic>
        <p:nvPicPr>
          <p:cNvPr id="5" name="!!Picturevedvdgfb 9">
            <a:extLst>
              <a:ext uri="{FF2B5EF4-FFF2-40B4-BE49-F238E27FC236}">
                <a16:creationId xmlns:a16="http://schemas.microsoft.com/office/drawing/2014/main" id="{2DE2822F-C76E-D993-9A14-F52C41E8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0" r="63316"/>
          <a:stretch>
            <a:fillRect/>
          </a:stretch>
        </p:blipFill>
        <p:spPr>
          <a:xfrm>
            <a:off x="4873214" y="4439244"/>
            <a:ext cx="2000855" cy="2185065"/>
          </a:xfrm>
          <a:prstGeom prst="rect">
            <a:avLst/>
          </a:prstGeom>
        </p:spPr>
      </p:pic>
      <p:pic>
        <p:nvPicPr>
          <p:cNvPr id="6" name="!!Picture 9vcrverv">
            <a:extLst>
              <a:ext uri="{FF2B5EF4-FFF2-40B4-BE49-F238E27FC236}">
                <a16:creationId xmlns:a16="http://schemas.microsoft.com/office/drawing/2014/main" id="{1A044CAF-FF0A-B27A-730F-D3BFAF54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84" r="36806"/>
          <a:stretch>
            <a:fillRect/>
          </a:stretch>
        </p:blipFill>
        <p:spPr>
          <a:xfrm>
            <a:off x="6971101" y="4269468"/>
            <a:ext cx="1737746" cy="2185065"/>
          </a:xfrm>
          <a:prstGeom prst="rect">
            <a:avLst/>
          </a:prstGeom>
        </p:spPr>
      </p:pic>
      <p:pic>
        <p:nvPicPr>
          <p:cNvPr id="7" name="!!cưevcev">
            <a:extLst>
              <a:ext uri="{FF2B5EF4-FFF2-40B4-BE49-F238E27FC236}">
                <a16:creationId xmlns:a16="http://schemas.microsoft.com/office/drawing/2014/main" id="{055947DA-532D-8ACE-1D77-BEE3C91AD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385" r="2984"/>
          <a:stretch>
            <a:fillRect/>
          </a:stretch>
        </p:blipFill>
        <p:spPr>
          <a:xfrm>
            <a:off x="8708847" y="4269468"/>
            <a:ext cx="2270084" cy="2185065"/>
          </a:xfrm>
          <a:prstGeom prst="rect">
            <a:avLst/>
          </a:prstGeom>
        </p:spPr>
      </p:pic>
      <p:sp>
        <p:nvSpPr>
          <p:cNvPr id="27" name="!!vvevrfefv 9">
            <a:extLst>
              <a:ext uri="{FF2B5EF4-FFF2-40B4-BE49-F238E27FC236}">
                <a16:creationId xmlns:a16="http://schemas.microsoft.com/office/drawing/2014/main" id="{285CF655-FA41-8D1C-8043-3D89886A875B}"/>
              </a:ext>
            </a:extLst>
          </p:cNvPr>
          <p:cNvSpPr/>
          <p:nvPr/>
        </p:nvSpPr>
        <p:spPr>
          <a:xfrm>
            <a:off x="5943316" y="777456"/>
            <a:ext cx="4243009" cy="644942"/>
          </a:xfrm>
          <a:custGeom>
            <a:avLst/>
            <a:gdLst>
              <a:gd name="csX0" fmla="*/ 0 w 4243009"/>
              <a:gd name="csY0" fmla="*/ 322471 h 644942"/>
              <a:gd name="csX1" fmla="*/ 322471 w 4243009"/>
              <a:gd name="csY1" fmla="*/ 0 h 644942"/>
              <a:gd name="csX2" fmla="*/ 814207 w 4243009"/>
              <a:gd name="csY2" fmla="*/ 0 h 644942"/>
              <a:gd name="csX3" fmla="*/ 1341923 w 4243009"/>
              <a:gd name="csY3" fmla="*/ 0 h 644942"/>
              <a:gd name="csX4" fmla="*/ 1833659 w 4243009"/>
              <a:gd name="csY4" fmla="*/ 0 h 644942"/>
              <a:gd name="csX5" fmla="*/ 2361376 w 4243009"/>
              <a:gd name="csY5" fmla="*/ 0 h 644942"/>
              <a:gd name="csX6" fmla="*/ 2853111 w 4243009"/>
              <a:gd name="csY6" fmla="*/ 0 h 644942"/>
              <a:gd name="csX7" fmla="*/ 3920538 w 4243009"/>
              <a:gd name="csY7" fmla="*/ 0 h 644942"/>
              <a:gd name="csX8" fmla="*/ 4243009 w 4243009"/>
              <a:gd name="csY8" fmla="*/ 322471 h 644942"/>
              <a:gd name="csX9" fmla="*/ 4243009 w 4243009"/>
              <a:gd name="csY9" fmla="*/ 322471 h 644942"/>
              <a:gd name="csX10" fmla="*/ 3920538 w 4243009"/>
              <a:gd name="csY10" fmla="*/ 644942 h 644942"/>
              <a:gd name="csX11" fmla="*/ 3428802 w 4243009"/>
              <a:gd name="csY11" fmla="*/ 644942 h 644942"/>
              <a:gd name="csX12" fmla="*/ 2757163 w 4243009"/>
              <a:gd name="csY12" fmla="*/ 644942 h 644942"/>
              <a:gd name="csX13" fmla="*/ 2121505 w 4243009"/>
              <a:gd name="csY13" fmla="*/ 644942 h 644942"/>
              <a:gd name="csX14" fmla="*/ 1629769 w 4243009"/>
              <a:gd name="csY14" fmla="*/ 644942 h 644942"/>
              <a:gd name="csX15" fmla="*/ 1030091 w 4243009"/>
              <a:gd name="csY15" fmla="*/ 644942 h 644942"/>
              <a:gd name="csX16" fmla="*/ 322471 w 4243009"/>
              <a:gd name="csY16" fmla="*/ 644942 h 644942"/>
              <a:gd name="csX17" fmla="*/ 0 w 4243009"/>
              <a:gd name="csY17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243009" h="644942" fill="none" extrusionOk="0">
                <a:moveTo>
                  <a:pt x="0" y="322471"/>
                </a:moveTo>
                <a:cubicBezTo>
                  <a:pt x="-20144" y="128151"/>
                  <a:pt x="153454" y="20651"/>
                  <a:pt x="322471" y="0"/>
                </a:cubicBezTo>
                <a:cubicBezTo>
                  <a:pt x="421894" y="1372"/>
                  <a:pt x="591818" y="-24323"/>
                  <a:pt x="814207" y="0"/>
                </a:cubicBezTo>
                <a:cubicBezTo>
                  <a:pt x="1036596" y="24323"/>
                  <a:pt x="1150399" y="-15313"/>
                  <a:pt x="1341923" y="0"/>
                </a:cubicBezTo>
                <a:cubicBezTo>
                  <a:pt x="1533447" y="15313"/>
                  <a:pt x="1702405" y="-13307"/>
                  <a:pt x="1833659" y="0"/>
                </a:cubicBezTo>
                <a:cubicBezTo>
                  <a:pt x="1964913" y="13307"/>
                  <a:pt x="2115145" y="16740"/>
                  <a:pt x="2361376" y="0"/>
                </a:cubicBezTo>
                <a:cubicBezTo>
                  <a:pt x="2607607" y="-16740"/>
                  <a:pt x="2732744" y="8613"/>
                  <a:pt x="2853111" y="0"/>
                </a:cubicBezTo>
                <a:cubicBezTo>
                  <a:pt x="2973479" y="-8613"/>
                  <a:pt x="3536532" y="43263"/>
                  <a:pt x="3920538" y="0"/>
                </a:cubicBezTo>
                <a:cubicBezTo>
                  <a:pt x="4074624" y="-953"/>
                  <a:pt x="4254319" y="128007"/>
                  <a:pt x="4243009" y="322471"/>
                </a:cubicBezTo>
                <a:lnTo>
                  <a:pt x="4243009" y="322471"/>
                </a:lnTo>
                <a:cubicBezTo>
                  <a:pt x="4247529" y="537487"/>
                  <a:pt x="4108160" y="646695"/>
                  <a:pt x="3920538" y="644942"/>
                </a:cubicBezTo>
                <a:cubicBezTo>
                  <a:pt x="3708674" y="647339"/>
                  <a:pt x="3527834" y="645609"/>
                  <a:pt x="3428802" y="644942"/>
                </a:cubicBezTo>
                <a:cubicBezTo>
                  <a:pt x="3329770" y="644275"/>
                  <a:pt x="2991899" y="644664"/>
                  <a:pt x="2757163" y="644942"/>
                </a:cubicBezTo>
                <a:cubicBezTo>
                  <a:pt x="2522427" y="645220"/>
                  <a:pt x="2263626" y="669307"/>
                  <a:pt x="2121505" y="644942"/>
                </a:cubicBezTo>
                <a:cubicBezTo>
                  <a:pt x="1979384" y="620577"/>
                  <a:pt x="1729533" y="630093"/>
                  <a:pt x="1629769" y="644942"/>
                </a:cubicBezTo>
                <a:cubicBezTo>
                  <a:pt x="1530005" y="659791"/>
                  <a:pt x="1309742" y="623804"/>
                  <a:pt x="1030091" y="644942"/>
                </a:cubicBezTo>
                <a:cubicBezTo>
                  <a:pt x="750440" y="666080"/>
                  <a:pt x="634883" y="660190"/>
                  <a:pt x="322471" y="644942"/>
                </a:cubicBezTo>
                <a:cubicBezTo>
                  <a:pt x="152901" y="642228"/>
                  <a:pt x="-21792" y="494333"/>
                  <a:pt x="0" y="322471"/>
                </a:cubicBezTo>
                <a:close/>
              </a:path>
              <a:path w="424300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07808" y="-25094"/>
                  <a:pt x="656686" y="-8603"/>
                  <a:pt x="850187" y="0"/>
                </a:cubicBezTo>
                <a:cubicBezTo>
                  <a:pt x="1043688" y="8603"/>
                  <a:pt x="1310546" y="19054"/>
                  <a:pt x="1485846" y="0"/>
                </a:cubicBezTo>
                <a:cubicBezTo>
                  <a:pt x="1661146" y="-19054"/>
                  <a:pt x="1774406" y="-1698"/>
                  <a:pt x="2049543" y="0"/>
                </a:cubicBezTo>
                <a:cubicBezTo>
                  <a:pt x="2324680" y="1698"/>
                  <a:pt x="2419176" y="27400"/>
                  <a:pt x="2721182" y="0"/>
                </a:cubicBezTo>
                <a:cubicBezTo>
                  <a:pt x="3023188" y="-27400"/>
                  <a:pt x="2976928" y="-7431"/>
                  <a:pt x="3212918" y="0"/>
                </a:cubicBezTo>
                <a:cubicBezTo>
                  <a:pt x="3448908" y="7431"/>
                  <a:pt x="3624375" y="-16017"/>
                  <a:pt x="3920538" y="0"/>
                </a:cubicBezTo>
                <a:cubicBezTo>
                  <a:pt x="4129319" y="-23964"/>
                  <a:pt x="4227974" y="139394"/>
                  <a:pt x="4243009" y="322471"/>
                </a:cubicBezTo>
                <a:lnTo>
                  <a:pt x="4243009" y="322471"/>
                </a:lnTo>
                <a:cubicBezTo>
                  <a:pt x="4212270" y="509872"/>
                  <a:pt x="4095373" y="673118"/>
                  <a:pt x="3920538" y="644942"/>
                </a:cubicBezTo>
                <a:cubicBezTo>
                  <a:pt x="3639539" y="652552"/>
                  <a:pt x="3503917" y="618662"/>
                  <a:pt x="3356841" y="644942"/>
                </a:cubicBezTo>
                <a:cubicBezTo>
                  <a:pt x="3209765" y="671222"/>
                  <a:pt x="3005950" y="639402"/>
                  <a:pt x="2685202" y="644942"/>
                </a:cubicBezTo>
                <a:cubicBezTo>
                  <a:pt x="2364454" y="650482"/>
                  <a:pt x="2178675" y="636493"/>
                  <a:pt x="2049543" y="644942"/>
                </a:cubicBezTo>
                <a:cubicBezTo>
                  <a:pt x="1920411" y="653391"/>
                  <a:pt x="1713535" y="654548"/>
                  <a:pt x="1557807" y="644942"/>
                </a:cubicBezTo>
                <a:cubicBezTo>
                  <a:pt x="1402079" y="635336"/>
                  <a:pt x="1196602" y="620832"/>
                  <a:pt x="1030091" y="644942"/>
                </a:cubicBezTo>
                <a:cubicBezTo>
                  <a:pt x="863580" y="669052"/>
                  <a:pt x="634764" y="670964"/>
                  <a:pt x="322471" y="644942"/>
                </a:cubicBezTo>
                <a:cubicBezTo>
                  <a:pt x="159477" y="647842"/>
                  <a:pt x="10701" y="537348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MINI GAME THỰC CHIẾN SSD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D2BA1-AA39-56F8-9744-65EC80B79FC8}"/>
              </a:ext>
            </a:extLst>
          </p:cNvPr>
          <p:cNvSpPr txBox="1"/>
          <p:nvPr/>
        </p:nvSpPr>
        <p:spPr>
          <a:xfrm>
            <a:off x="12638762" y="-6388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/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D67F9280-F966-5A23-F7EA-304E9F689F80}"/>
              </a:ext>
            </a:extLst>
          </p:cNvPr>
          <p:cNvSpPr/>
          <p:nvPr/>
        </p:nvSpPr>
        <p:spPr>
          <a:xfrm>
            <a:off x="4331964" y="2490156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Phần thưởng: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Điểm thi đua chuyền may/gò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85364ED2-249C-E57E-38F5-FD8FA79AC7AE}"/>
              </a:ext>
            </a:extLst>
          </p:cNvPr>
          <p:cNvSpPr/>
          <p:nvPr/>
        </p:nvSpPr>
        <p:spPr>
          <a:xfrm>
            <a:off x="6337199" y="2501425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Phần thưởng: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Tràng pháo tay khích lệ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E1E213B0-7781-E103-0F7D-4BED5F319C83}"/>
              </a:ext>
            </a:extLst>
          </p:cNvPr>
          <p:cNvSpPr/>
          <p:nvPr/>
        </p:nvSpPr>
        <p:spPr>
          <a:xfrm>
            <a:off x="8377080" y="2475907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Phần thưởng: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Danh hiệu Quản lý Xuất sắc</a:t>
            </a:r>
          </a:p>
        </p:txBody>
      </p:sp>
      <p:sp>
        <p:nvSpPr>
          <p:cNvPr id="35" name="Rectangle 34">
            <a:hlinkClick r:id="rId4" action="ppaction://hlinksldjump"/>
            <a:extLst>
              <a:ext uri="{FF2B5EF4-FFF2-40B4-BE49-F238E27FC236}">
                <a16:creationId xmlns:a16="http://schemas.microsoft.com/office/drawing/2014/main" id="{8F204178-930A-4D33-36DB-64F420CE2A28}"/>
              </a:ext>
            </a:extLst>
          </p:cNvPr>
          <p:cNvSpPr/>
          <p:nvPr/>
        </p:nvSpPr>
        <p:spPr>
          <a:xfrm>
            <a:off x="10288161" y="2487279"/>
            <a:ext cx="1415224" cy="1621713"/>
          </a:xfrm>
          <a:custGeom>
            <a:avLst/>
            <a:gdLst>
              <a:gd name="csX0" fmla="*/ 0 w 1415224"/>
              <a:gd name="csY0" fmla="*/ 0 h 1621713"/>
              <a:gd name="csX1" fmla="*/ 485894 w 1415224"/>
              <a:gd name="csY1" fmla="*/ 0 h 1621713"/>
              <a:gd name="csX2" fmla="*/ 915178 w 1415224"/>
              <a:gd name="csY2" fmla="*/ 0 h 1621713"/>
              <a:gd name="csX3" fmla="*/ 1415224 w 1415224"/>
              <a:gd name="csY3" fmla="*/ 0 h 1621713"/>
              <a:gd name="csX4" fmla="*/ 1415224 w 1415224"/>
              <a:gd name="csY4" fmla="*/ 508137 h 1621713"/>
              <a:gd name="csX5" fmla="*/ 1415224 w 1415224"/>
              <a:gd name="csY5" fmla="*/ 1081142 h 1621713"/>
              <a:gd name="csX6" fmla="*/ 1415224 w 1415224"/>
              <a:gd name="csY6" fmla="*/ 1621713 h 1621713"/>
              <a:gd name="csX7" fmla="*/ 915178 w 1415224"/>
              <a:gd name="csY7" fmla="*/ 1621713 h 1621713"/>
              <a:gd name="csX8" fmla="*/ 415132 w 1415224"/>
              <a:gd name="csY8" fmla="*/ 1621713 h 1621713"/>
              <a:gd name="csX9" fmla="*/ 0 w 1415224"/>
              <a:gd name="csY9" fmla="*/ 1621713 h 1621713"/>
              <a:gd name="csX10" fmla="*/ 0 w 1415224"/>
              <a:gd name="csY10" fmla="*/ 1048708 h 1621713"/>
              <a:gd name="csX11" fmla="*/ 0 w 1415224"/>
              <a:gd name="csY11" fmla="*/ 475702 h 1621713"/>
              <a:gd name="csX12" fmla="*/ 0 w 1415224"/>
              <a:gd name="csY12" fmla="*/ 0 h 1621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15224" h="1621713" fill="none" extrusionOk="0">
                <a:moveTo>
                  <a:pt x="0" y="0"/>
                </a:moveTo>
                <a:cubicBezTo>
                  <a:pt x="124033" y="-4888"/>
                  <a:pt x="344940" y="19827"/>
                  <a:pt x="485894" y="0"/>
                </a:cubicBezTo>
                <a:cubicBezTo>
                  <a:pt x="626848" y="-19827"/>
                  <a:pt x="702392" y="16220"/>
                  <a:pt x="915178" y="0"/>
                </a:cubicBezTo>
                <a:cubicBezTo>
                  <a:pt x="1127964" y="-16220"/>
                  <a:pt x="1251969" y="-8583"/>
                  <a:pt x="1415224" y="0"/>
                </a:cubicBezTo>
                <a:cubicBezTo>
                  <a:pt x="1426186" y="140352"/>
                  <a:pt x="1433146" y="346621"/>
                  <a:pt x="1415224" y="508137"/>
                </a:cubicBezTo>
                <a:cubicBezTo>
                  <a:pt x="1397302" y="669653"/>
                  <a:pt x="1439793" y="860681"/>
                  <a:pt x="1415224" y="1081142"/>
                </a:cubicBezTo>
                <a:cubicBezTo>
                  <a:pt x="1390655" y="1301603"/>
                  <a:pt x="1392970" y="1464381"/>
                  <a:pt x="1415224" y="1621713"/>
                </a:cubicBezTo>
                <a:cubicBezTo>
                  <a:pt x="1220437" y="1618608"/>
                  <a:pt x="1118678" y="1627052"/>
                  <a:pt x="915178" y="1621713"/>
                </a:cubicBezTo>
                <a:cubicBezTo>
                  <a:pt x="711678" y="1616374"/>
                  <a:pt x="516653" y="1627404"/>
                  <a:pt x="415132" y="1621713"/>
                </a:cubicBezTo>
                <a:cubicBezTo>
                  <a:pt x="313611" y="1616022"/>
                  <a:pt x="99838" y="1614070"/>
                  <a:pt x="0" y="1621713"/>
                </a:cubicBezTo>
                <a:cubicBezTo>
                  <a:pt x="-11384" y="1475416"/>
                  <a:pt x="-25532" y="1215636"/>
                  <a:pt x="0" y="1048708"/>
                </a:cubicBezTo>
                <a:cubicBezTo>
                  <a:pt x="25532" y="881781"/>
                  <a:pt x="-8627" y="592265"/>
                  <a:pt x="0" y="475702"/>
                </a:cubicBezTo>
                <a:cubicBezTo>
                  <a:pt x="8627" y="359139"/>
                  <a:pt x="16247" y="230430"/>
                  <a:pt x="0" y="0"/>
                </a:cubicBezTo>
                <a:close/>
              </a:path>
              <a:path w="1415224" h="1621713" stroke="0" extrusionOk="0">
                <a:moveTo>
                  <a:pt x="0" y="0"/>
                </a:moveTo>
                <a:cubicBezTo>
                  <a:pt x="179201" y="10371"/>
                  <a:pt x="356258" y="12196"/>
                  <a:pt x="485894" y="0"/>
                </a:cubicBezTo>
                <a:cubicBezTo>
                  <a:pt x="615530" y="-12196"/>
                  <a:pt x="729118" y="-21284"/>
                  <a:pt x="943483" y="0"/>
                </a:cubicBezTo>
                <a:cubicBezTo>
                  <a:pt x="1157848" y="21284"/>
                  <a:pt x="1217410" y="1825"/>
                  <a:pt x="1415224" y="0"/>
                </a:cubicBezTo>
                <a:cubicBezTo>
                  <a:pt x="1412976" y="238618"/>
                  <a:pt x="1430617" y="333708"/>
                  <a:pt x="1415224" y="556788"/>
                </a:cubicBezTo>
                <a:cubicBezTo>
                  <a:pt x="1399831" y="779868"/>
                  <a:pt x="1408567" y="920838"/>
                  <a:pt x="1415224" y="1113576"/>
                </a:cubicBezTo>
                <a:cubicBezTo>
                  <a:pt x="1421881" y="1306314"/>
                  <a:pt x="1423803" y="1482617"/>
                  <a:pt x="1415224" y="1621713"/>
                </a:cubicBezTo>
                <a:cubicBezTo>
                  <a:pt x="1263824" y="1630692"/>
                  <a:pt x="1050957" y="1642610"/>
                  <a:pt x="929330" y="1621713"/>
                </a:cubicBezTo>
                <a:cubicBezTo>
                  <a:pt x="807703" y="1600816"/>
                  <a:pt x="674702" y="1630607"/>
                  <a:pt x="471741" y="1621713"/>
                </a:cubicBezTo>
                <a:cubicBezTo>
                  <a:pt x="268780" y="1612819"/>
                  <a:pt x="184957" y="1625749"/>
                  <a:pt x="0" y="1621713"/>
                </a:cubicBezTo>
                <a:cubicBezTo>
                  <a:pt x="8418" y="1444167"/>
                  <a:pt x="18082" y="1268001"/>
                  <a:pt x="0" y="1081142"/>
                </a:cubicBezTo>
                <a:cubicBezTo>
                  <a:pt x="-18082" y="894283"/>
                  <a:pt x="-18066" y="710240"/>
                  <a:pt x="0" y="508137"/>
                </a:cubicBezTo>
                <a:cubicBezTo>
                  <a:pt x="18066" y="306035"/>
                  <a:pt x="24597" y="215339"/>
                  <a:pt x="0" y="0"/>
                </a:cubicBezTo>
                <a:close/>
              </a:path>
            </a:pathLst>
          </a:custGeom>
          <a:solidFill>
            <a:srgbClr val="FFF2C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327307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Phần thưởng:</a:t>
            </a:r>
          </a:p>
          <a:p>
            <a:r>
              <a:rPr sz="1800">
                <a:solidFill>
                  <a:srgbClr val="404049"/>
                </a:solidFill>
                <a:latin typeface="SVN-Good Dog"/>
              </a:rPr>
              <a:t>Hộp quà Biti's may mắn</a:t>
            </a:r>
          </a:p>
        </p:txBody>
      </p:sp>
      <p:grpSp>
        <p:nvGrpSpPr>
          <p:cNvPr id="46" name="Khung câu 1">
            <a:extLst>
              <a:ext uri="{FF2B5EF4-FFF2-40B4-BE49-F238E27FC236}">
                <a16:creationId xmlns:a16="http://schemas.microsoft.com/office/drawing/2014/main" id="{17D2D57A-E6F1-837A-F767-8C1E60D06378}"/>
              </a:ext>
            </a:extLst>
          </p:cNvPr>
          <p:cNvGrpSpPr/>
          <p:nvPr/>
        </p:nvGrpSpPr>
        <p:grpSpPr>
          <a:xfrm>
            <a:off x="4075963" y="2365681"/>
            <a:ext cx="1739904" cy="1949679"/>
            <a:chOff x="4075963" y="2365681"/>
            <a:chExt cx="1739904" cy="1949679"/>
          </a:xfrm>
        </p:grpSpPr>
        <p:sp>
          <p:nvSpPr>
            <p:cNvPr id="28" name="Rectangle 27">
              <a:hlinkClick r:id="rId4" action="ppaction://hlinksldjump"/>
              <a:extLst>
                <a:ext uri="{FF2B5EF4-FFF2-40B4-BE49-F238E27FC236}">
                  <a16:creationId xmlns:a16="http://schemas.microsoft.com/office/drawing/2014/main" id="{C1057214-426E-EBA3-4ED0-C7C05B74B583}"/>
                </a:ext>
              </a:extLst>
            </p:cNvPr>
            <p:cNvSpPr/>
            <p:nvPr/>
          </p:nvSpPr>
          <p:spPr>
            <a:xfrm>
              <a:off x="4248493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32" name="!!Picture 40">
              <a:extLst>
                <a:ext uri="{FF2B5EF4-FFF2-40B4-BE49-F238E27FC236}">
                  <a16:creationId xmlns:a16="http://schemas.microsoft.com/office/drawing/2014/main" id="{29ABD2DC-EDF5-7D8A-2167-1C34DE2CF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854112">
              <a:off x="4075963" y="3529283"/>
              <a:ext cx="786077" cy="786077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C06607-A1B5-9654-3E05-BA9C03F3C73C}"/>
                </a:ext>
              </a:extLst>
            </p:cNvPr>
            <p:cNvSpPr txBox="1"/>
            <p:nvPr/>
          </p:nvSpPr>
          <p:spPr>
            <a:xfrm>
              <a:off x="4724886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2" name="TextBox 41">
              <a:hlinkClick r:id="rId4" action="ppaction://hlinksldjump"/>
              <a:extLst>
                <a:ext uri="{FF2B5EF4-FFF2-40B4-BE49-F238E27FC236}">
                  <a16:creationId xmlns:a16="http://schemas.microsoft.com/office/drawing/2014/main" id="{48229518-6C0D-9CBD-9524-9420DB1E8517}"/>
                </a:ext>
              </a:extLst>
            </p:cNvPr>
            <p:cNvSpPr txBox="1"/>
            <p:nvPr/>
          </p:nvSpPr>
          <p:spPr>
            <a:xfrm>
              <a:off x="4733951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7" name="Khung câu 2">
            <a:extLst>
              <a:ext uri="{FF2B5EF4-FFF2-40B4-BE49-F238E27FC236}">
                <a16:creationId xmlns:a16="http://schemas.microsoft.com/office/drawing/2014/main" id="{9D4DB24A-E743-67D4-DE16-88C02E5BA942}"/>
              </a:ext>
            </a:extLst>
          </p:cNvPr>
          <p:cNvGrpSpPr/>
          <p:nvPr/>
        </p:nvGrpSpPr>
        <p:grpSpPr>
          <a:xfrm>
            <a:off x="5946145" y="2365681"/>
            <a:ext cx="1877335" cy="1990097"/>
            <a:chOff x="5946145" y="2365681"/>
            <a:chExt cx="1877335" cy="1990097"/>
          </a:xfrm>
        </p:grpSpPr>
        <p:sp>
          <p:nvSpPr>
            <p:cNvPr id="29" name="Rectangle 28">
              <a:hlinkClick r:id="rId6" action="ppaction://hlinksldjump"/>
              <a:extLst>
                <a:ext uri="{FF2B5EF4-FFF2-40B4-BE49-F238E27FC236}">
                  <a16:creationId xmlns:a16="http://schemas.microsoft.com/office/drawing/2014/main" id="{3AC8568A-B485-DA20-2CFE-5F8DB54A5827}"/>
                </a:ext>
              </a:extLst>
            </p:cNvPr>
            <p:cNvSpPr/>
            <p:nvPr/>
          </p:nvSpPr>
          <p:spPr>
            <a:xfrm>
              <a:off x="6256106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910218E2-CF01-D31C-75E1-A3CAF0CD70DB}"/>
                </a:ext>
              </a:extLst>
            </p:cNvPr>
            <p:cNvSpPr/>
            <p:nvPr/>
          </p:nvSpPr>
          <p:spPr>
            <a:xfrm rot="20375989">
              <a:off x="5946145" y="3522838"/>
              <a:ext cx="890814" cy="832940"/>
            </a:xfrm>
            <a:custGeom>
              <a:avLst/>
              <a:gdLst/>
              <a:ahLst/>
              <a:cxnLst/>
              <a:rect l="l" t="t" r="r" b="b"/>
              <a:pathLst>
                <a:path w="5970671" h="5970671">
                  <a:moveTo>
                    <a:pt x="0" y="0"/>
                  </a:moveTo>
                  <a:lnTo>
                    <a:pt x="5970671" y="0"/>
                  </a:lnTo>
                  <a:lnTo>
                    <a:pt x="5970671" y="5970671"/>
                  </a:lnTo>
                  <a:lnTo>
                    <a:pt x="0" y="597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916" t="-28755" r="-24476" b="-299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E66BB4-CA2C-09E0-1FDF-42482F22E764}"/>
                </a:ext>
              </a:extLst>
            </p:cNvPr>
            <p:cNvSpPr txBox="1"/>
            <p:nvPr/>
          </p:nvSpPr>
          <p:spPr>
            <a:xfrm>
              <a:off x="6745052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3" name="TextBox 42">
              <a:hlinkClick r:id="rId6" action="ppaction://hlinksldjump"/>
              <a:extLst>
                <a:ext uri="{FF2B5EF4-FFF2-40B4-BE49-F238E27FC236}">
                  <a16:creationId xmlns:a16="http://schemas.microsoft.com/office/drawing/2014/main" id="{00FF5257-32C4-01CB-34C3-549018701B49}"/>
                </a:ext>
              </a:extLst>
            </p:cNvPr>
            <p:cNvSpPr txBox="1"/>
            <p:nvPr/>
          </p:nvSpPr>
          <p:spPr>
            <a:xfrm>
              <a:off x="6754117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8" name="Khung câu 3">
            <a:extLst>
              <a:ext uri="{FF2B5EF4-FFF2-40B4-BE49-F238E27FC236}">
                <a16:creationId xmlns:a16="http://schemas.microsoft.com/office/drawing/2014/main" id="{4404C836-D71A-97E7-5F96-DD96FF75E8E5}"/>
              </a:ext>
            </a:extLst>
          </p:cNvPr>
          <p:cNvGrpSpPr/>
          <p:nvPr/>
        </p:nvGrpSpPr>
        <p:grpSpPr>
          <a:xfrm>
            <a:off x="7936861" y="2365681"/>
            <a:ext cx="1908992" cy="1943405"/>
            <a:chOff x="7936861" y="2365681"/>
            <a:chExt cx="1908992" cy="1943405"/>
          </a:xfrm>
        </p:grpSpPr>
        <p:sp>
          <p:nvSpPr>
            <p:cNvPr id="30" name="Rectangle 29">
              <a:hlinkClick r:id="rId8" action="ppaction://hlinksldjump"/>
              <a:extLst>
                <a:ext uri="{FF2B5EF4-FFF2-40B4-BE49-F238E27FC236}">
                  <a16:creationId xmlns:a16="http://schemas.microsoft.com/office/drawing/2014/main" id="{F84B7BBD-9993-EBDA-EF73-CE6F32C82226}"/>
                </a:ext>
              </a:extLst>
            </p:cNvPr>
            <p:cNvSpPr/>
            <p:nvPr/>
          </p:nvSpPr>
          <p:spPr>
            <a:xfrm>
              <a:off x="8278479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BC0D5D33-87FB-DDD8-9EDF-06EF4CF4C1AD}"/>
                </a:ext>
              </a:extLst>
            </p:cNvPr>
            <p:cNvSpPr/>
            <p:nvPr/>
          </p:nvSpPr>
          <p:spPr>
            <a:xfrm rot="20474909">
              <a:off x="7936861" y="3620800"/>
              <a:ext cx="788892" cy="688286"/>
            </a:xfrm>
            <a:custGeom>
              <a:avLst/>
              <a:gdLst/>
              <a:ahLst/>
              <a:cxnLst/>
              <a:rect l="l" t="t" r="r" b="b"/>
              <a:pathLst>
                <a:path w="5062040" h="5062040">
                  <a:moveTo>
                    <a:pt x="0" y="0"/>
                  </a:moveTo>
                  <a:lnTo>
                    <a:pt x="5062040" y="0"/>
                  </a:lnTo>
                  <a:lnTo>
                    <a:pt x="5062040" y="5062041"/>
                  </a:lnTo>
                  <a:lnTo>
                    <a:pt x="0" y="5062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520" t="-17004" r="-13029" b="-2689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EE9068-E474-0626-2C5C-77FF7F944211}"/>
                </a:ext>
              </a:extLst>
            </p:cNvPr>
            <p:cNvSpPr txBox="1"/>
            <p:nvPr/>
          </p:nvSpPr>
          <p:spPr>
            <a:xfrm>
              <a:off x="8696248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4" name="TextBox 43">
              <a:hlinkClick r:id="rId8" action="ppaction://hlinksldjump"/>
              <a:extLst>
                <a:ext uri="{FF2B5EF4-FFF2-40B4-BE49-F238E27FC236}">
                  <a16:creationId xmlns:a16="http://schemas.microsoft.com/office/drawing/2014/main" id="{97BF6923-A820-BE89-4E2B-1BCA92E38572}"/>
                </a:ext>
              </a:extLst>
            </p:cNvPr>
            <p:cNvSpPr txBox="1"/>
            <p:nvPr/>
          </p:nvSpPr>
          <p:spPr>
            <a:xfrm>
              <a:off x="8705313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  <p:grpSp>
        <p:nvGrpSpPr>
          <p:cNvPr id="49" name="Khung câu 4">
            <a:extLst>
              <a:ext uri="{FF2B5EF4-FFF2-40B4-BE49-F238E27FC236}">
                <a16:creationId xmlns:a16="http://schemas.microsoft.com/office/drawing/2014/main" id="{61C1B077-C7B8-FA34-269B-BDC17526FDC8}"/>
              </a:ext>
            </a:extLst>
          </p:cNvPr>
          <p:cNvGrpSpPr/>
          <p:nvPr/>
        </p:nvGrpSpPr>
        <p:grpSpPr>
          <a:xfrm>
            <a:off x="9921402" y="2365681"/>
            <a:ext cx="1854499" cy="2088714"/>
            <a:chOff x="9921402" y="2365681"/>
            <a:chExt cx="1854499" cy="2088714"/>
          </a:xfrm>
        </p:grpSpPr>
        <p:sp>
          <p:nvSpPr>
            <p:cNvPr id="31" name="Rectangle 30">
              <a:hlinkClick r:id="rId10" action="ppaction://hlinksldjump"/>
              <a:extLst>
                <a:ext uri="{FF2B5EF4-FFF2-40B4-BE49-F238E27FC236}">
                  <a16:creationId xmlns:a16="http://schemas.microsoft.com/office/drawing/2014/main" id="{019CFDAA-6766-351A-DB76-D22EA975EB80}"/>
                </a:ext>
              </a:extLst>
            </p:cNvPr>
            <p:cNvSpPr/>
            <p:nvPr/>
          </p:nvSpPr>
          <p:spPr>
            <a:xfrm>
              <a:off x="10208527" y="2365681"/>
              <a:ext cx="1567374" cy="1796062"/>
            </a:xfrm>
            <a:custGeom>
              <a:avLst/>
              <a:gdLst>
                <a:gd name="csX0" fmla="*/ 0 w 1567374"/>
                <a:gd name="csY0" fmla="*/ 0 h 1796062"/>
                <a:gd name="csX1" fmla="*/ 538132 w 1567374"/>
                <a:gd name="csY1" fmla="*/ 0 h 1796062"/>
                <a:gd name="csX2" fmla="*/ 1013569 w 1567374"/>
                <a:gd name="csY2" fmla="*/ 0 h 1796062"/>
                <a:gd name="csX3" fmla="*/ 1567374 w 1567374"/>
                <a:gd name="csY3" fmla="*/ 0 h 1796062"/>
                <a:gd name="csX4" fmla="*/ 1567374 w 1567374"/>
                <a:gd name="csY4" fmla="*/ 562766 h 1796062"/>
                <a:gd name="csX5" fmla="*/ 1567374 w 1567374"/>
                <a:gd name="csY5" fmla="*/ 1197375 h 1796062"/>
                <a:gd name="csX6" fmla="*/ 1567374 w 1567374"/>
                <a:gd name="csY6" fmla="*/ 1796062 h 1796062"/>
                <a:gd name="csX7" fmla="*/ 1013569 w 1567374"/>
                <a:gd name="csY7" fmla="*/ 1796062 h 1796062"/>
                <a:gd name="csX8" fmla="*/ 459763 w 1567374"/>
                <a:gd name="csY8" fmla="*/ 1796062 h 1796062"/>
                <a:gd name="csX9" fmla="*/ 0 w 1567374"/>
                <a:gd name="csY9" fmla="*/ 1796062 h 1796062"/>
                <a:gd name="csX10" fmla="*/ 0 w 1567374"/>
                <a:gd name="csY10" fmla="*/ 1161453 h 1796062"/>
                <a:gd name="csX11" fmla="*/ 0 w 1567374"/>
                <a:gd name="csY11" fmla="*/ 526845 h 1796062"/>
                <a:gd name="csX12" fmla="*/ 0 w 1567374"/>
                <a:gd name="csY12" fmla="*/ 0 h 1796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67374" h="1796062" fill="none" extrusionOk="0">
                  <a:moveTo>
                    <a:pt x="0" y="0"/>
                  </a:moveTo>
                  <a:cubicBezTo>
                    <a:pt x="247995" y="-6575"/>
                    <a:pt x="365918" y="-2407"/>
                    <a:pt x="538132" y="0"/>
                  </a:cubicBezTo>
                  <a:cubicBezTo>
                    <a:pt x="710346" y="2407"/>
                    <a:pt x="810144" y="-15606"/>
                    <a:pt x="1013569" y="0"/>
                  </a:cubicBezTo>
                  <a:cubicBezTo>
                    <a:pt x="1216994" y="15606"/>
                    <a:pt x="1297246" y="3632"/>
                    <a:pt x="1567374" y="0"/>
                  </a:cubicBezTo>
                  <a:cubicBezTo>
                    <a:pt x="1552692" y="149646"/>
                    <a:pt x="1545749" y="282128"/>
                    <a:pt x="1567374" y="562766"/>
                  </a:cubicBezTo>
                  <a:cubicBezTo>
                    <a:pt x="1588999" y="843404"/>
                    <a:pt x="1536638" y="974448"/>
                    <a:pt x="1567374" y="1197375"/>
                  </a:cubicBezTo>
                  <a:cubicBezTo>
                    <a:pt x="1598110" y="1420302"/>
                    <a:pt x="1593431" y="1673999"/>
                    <a:pt x="1567374" y="1796062"/>
                  </a:cubicBezTo>
                  <a:cubicBezTo>
                    <a:pt x="1439655" y="1823016"/>
                    <a:pt x="1252578" y="1774199"/>
                    <a:pt x="1013569" y="1796062"/>
                  </a:cubicBezTo>
                  <a:cubicBezTo>
                    <a:pt x="774561" y="1817925"/>
                    <a:pt x="572809" y="1782564"/>
                    <a:pt x="459763" y="1796062"/>
                  </a:cubicBezTo>
                  <a:cubicBezTo>
                    <a:pt x="346717" y="1809560"/>
                    <a:pt x="156607" y="1810856"/>
                    <a:pt x="0" y="1796062"/>
                  </a:cubicBezTo>
                  <a:cubicBezTo>
                    <a:pt x="18406" y="1628660"/>
                    <a:pt x="16227" y="1292382"/>
                    <a:pt x="0" y="1161453"/>
                  </a:cubicBezTo>
                  <a:cubicBezTo>
                    <a:pt x="-16227" y="1030524"/>
                    <a:pt x="-14314" y="843174"/>
                    <a:pt x="0" y="526845"/>
                  </a:cubicBezTo>
                  <a:cubicBezTo>
                    <a:pt x="14314" y="210516"/>
                    <a:pt x="1362" y="131393"/>
                    <a:pt x="0" y="0"/>
                  </a:cubicBezTo>
                  <a:close/>
                </a:path>
                <a:path w="1567374" h="1796062" stroke="0" extrusionOk="0">
                  <a:moveTo>
                    <a:pt x="0" y="0"/>
                  </a:moveTo>
                  <a:cubicBezTo>
                    <a:pt x="140733" y="-21049"/>
                    <a:pt x="351090" y="-8728"/>
                    <a:pt x="538132" y="0"/>
                  </a:cubicBezTo>
                  <a:cubicBezTo>
                    <a:pt x="725174" y="8728"/>
                    <a:pt x="903022" y="-8575"/>
                    <a:pt x="1044916" y="0"/>
                  </a:cubicBezTo>
                  <a:cubicBezTo>
                    <a:pt x="1186810" y="8575"/>
                    <a:pt x="1429829" y="-20570"/>
                    <a:pt x="1567374" y="0"/>
                  </a:cubicBezTo>
                  <a:cubicBezTo>
                    <a:pt x="1557882" y="131973"/>
                    <a:pt x="1570125" y="452251"/>
                    <a:pt x="1567374" y="616648"/>
                  </a:cubicBezTo>
                  <a:cubicBezTo>
                    <a:pt x="1564623" y="781045"/>
                    <a:pt x="1567528" y="1082918"/>
                    <a:pt x="1567374" y="1233296"/>
                  </a:cubicBezTo>
                  <a:cubicBezTo>
                    <a:pt x="1567220" y="1383674"/>
                    <a:pt x="1548492" y="1645348"/>
                    <a:pt x="1567374" y="1796062"/>
                  </a:cubicBezTo>
                  <a:cubicBezTo>
                    <a:pt x="1401716" y="1803475"/>
                    <a:pt x="1287059" y="1792733"/>
                    <a:pt x="1029242" y="1796062"/>
                  </a:cubicBezTo>
                  <a:cubicBezTo>
                    <a:pt x="771425" y="1799391"/>
                    <a:pt x="744193" y="1818334"/>
                    <a:pt x="522458" y="1796062"/>
                  </a:cubicBezTo>
                  <a:cubicBezTo>
                    <a:pt x="300723" y="1773790"/>
                    <a:pt x="183194" y="1816951"/>
                    <a:pt x="0" y="1796062"/>
                  </a:cubicBezTo>
                  <a:cubicBezTo>
                    <a:pt x="-24303" y="1658724"/>
                    <a:pt x="3918" y="1329963"/>
                    <a:pt x="0" y="1197375"/>
                  </a:cubicBezTo>
                  <a:cubicBezTo>
                    <a:pt x="-3918" y="1064787"/>
                    <a:pt x="-27609" y="721777"/>
                    <a:pt x="0" y="562766"/>
                  </a:cubicBezTo>
                  <a:cubicBezTo>
                    <a:pt x="27609" y="403755"/>
                    <a:pt x="7702" y="228615"/>
                    <a:pt x="0" y="0"/>
                  </a:cubicBezTo>
                  <a:close/>
                </a:path>
              </a:pathLst>
            </a:custGeom>
            <a:solidFill>
              <a:srgbClr val="FFF2CF"/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43273078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99E60F1-0C52-B444-5F42-30F2D680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491602">
              <a:off x="9921402" y="3526970"/>
              <a:ext cx="927425" cy="927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F6CCF2-07B6-5D72-14DA-14721D51720A}"/>
                </a:ext>
              </a:extLst>
            </p:cNvPr>
            <p:cNvSpPr txBox="1"/>
            <p:nvPr/>
          </p:nvSpPr>
          <p:spPr>
            <a:xfrm>
              <a:off x="10749615" y="2627323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ln w="76200">
                    <a:solidFill>
                      <a:schemeClr val="bg1"/>
                    </a:solidFill>
                  </a:ln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C4FB47AD-787D-6DBC-9B85-1092AE74495E}"/>
                </a:ext>
              </a:extLst>
            </p:cNvPr>
            <p:cNvSpPr txBox="1"/>
            <p:nvPr/>
          </p:nvSpPr>
          <p:spPr>
            <a:xfrm>
              <a:off x="10758680" y="2625868"/>
              <a:ext cx="62062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8000">
                  <a:solidFill>
                    <a:srgbClr val="FEA9B6"/>
                  </a:solidFill>
                  <a:latin typeface="Baloo Bhaijaan" panose="03080902040302020200" pitchFamily="66" charset="-78"/>
                  <a:cs typeface="Baloo Bhaijaan" panose="03080902040302020200" pitchFamily="66" charset="-78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85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21333" fill="hold" grpId="0" nodeType="withEffect" p14:presetBounceEnd="57333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333">
                                          <p:cBhvr additive="base">
                                            <p:cTn id="11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333">
                                          <p:cBhvr additive="base">
                                            <p:cTn id="1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2000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autoRev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Motion origin="layout" path="M 8.33333E-7 2.96296E-6 L 8.33333E-7 -0.06528 " pathEditMode="relative" rAng="0" ptsTypes="AA">
                                          <p:cBhvr>
                                            <p:cTn id="2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22000" fill="hold" nodeType="withEffect" p14:presetBounceEnd="6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autoRev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2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2000" fill="hold" nodeType="withEffect" p14:presetBounceEnd="6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1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accel="50000" decel="50000" autoRev="1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34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accel="22000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4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10667" fill="hold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4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5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52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2" restart="whenNotActive" fill="hold" evtFilter="cancelBubble" nodeType="interactiveSeq">
                    <p:stCondLst>
                      <p:cond evt="onClick" delay="0">
                        <p:tgtEl>
                          <p:spTgt spid="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" fill="hold">
                          <p:stCondLst>
                            <p:cond delay="0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6"/>
                      </p:tgtEl>
                    </p:cond>
                  </p:nextCondLst>
                </p:seq>
                <p:seq concurrent="1" nextAc="seek">
                  <p:cTn id="68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" fill="hold">
                          <p:stCondLst>
                            <p:cond delay="0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8"/>
                      </p:tgtEl>
                    </p:cond>
                  </p:nextCondLst>
                </p:seq>
                <p:seq concurrent="1" nextAc="seek">
                  <p:cTn id="80" restart="whenNotActive" fill="hold" evtFilter="cancelBubble" nodeType="interactiveSeq">
                    <p:stCondLst>
                      <p:cond evt="onClick" delay="0">
                        <p:tgtEl>
                          <p:spTgt spid="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" fill="hold">
                          <p:stCondLst>
                            <p:cond delay="0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9"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9" grpId="0" animBg="1"/>
          <p:bldP spid="27" grpId="0" animBg="1"/>
          <p:bldP spid="2" grpId="0" animBg="1"/>
          <p:bldP spid="3" grpId="0" animBg="1"/>
          <p:bldP spid="8" grpId="0" animBg="1"/>
          <p:bldP spid="3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21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2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42" presetClass="path" presetSubtype="0" accel="50000" decel="50000" autoRev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Motion origin="layout" path="M 8.33333E-7 2.96296E-6 L 8.33333E-7 -0.06528 " pathEditMode="relative" rAng="0" ptsTypes="AA">
                                          <p:cBhvr>
                                            <p:cTn id="2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22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2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50000" decel="50000" autoRev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28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2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42" presetClass="path" presetSubtype="0" accel="50000" decel="50000" autoRev="1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34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accel="22000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2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3.7037E-6 L -3.125E-6 -0.06528 " pathEditMode="relative" rAng="0" ptsTypes="AA">
                                          <p:cBhvr>
                                            <p:cTn id="40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26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10667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5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62" restart="whenNotActive" fill="hold" evtFilter="cancelBubble" nodeType="interactiveSeq">
                    <p:stCondLst>
                      <p:cond evt="onClick" delay="0">
                        <p:tgtEl>
                          <p:spTgt spid="4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3" fill="hold">
                          <p:stCondLst>
                            <p:cond delay="0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6"/>
                      </p:tgtEl>
                    </p:cond>
                  </p:nextCondLst>
                </p:seq>
                <p:seq concurrent="1" nextAc="seek">
                  <p:cTn id="68" restart="whenNotActive" fill="hold" evtFilter="cancelBubble" nodeType="interactiveSeq">
                    <p:stCondLst>
                      <p:cond evt="onClick" delay="0">
                        <p:tgtEl>
                          <p:spTgt spid="47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69" fill="hold">
                          <p:stCondLst>
                            <p:cond delay="0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7"/>
                      </p:tgtEl>
                    </p:cond>
                  </p:nextCondLst>
                </p:seq>
                <p:seq concurrent="1" nextAc="seek">
                  <p:cTn id="74" restart="whenNotActive" fill="hold" evtFilter="cancelBubble" nodeType="interactiveSeq">
                    <p:stCondLst>
                      <p:cond evt="onClick" delay="0">
                        <p:tgtEl>
                          <p:spTgt spid="4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5" fill="hold">
                          <p:stCondLst>
                            <p:cond delay="0"/>
                          </p:stCondLst>
                          <p:childTnLst>
                            <p:par>
                              <p:cTn id="7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7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8"/>
                      </p:tgtEl>
                    </p:cond>
                  </p:nextCondLst>
                </p:seq>
                <p:seq concurrent="1" nextAc="seek">
                  <p:cTn id="80" restart="whenNotActive" fill="hold" evtFilter="cancelBubble" nodeType="interactiveSeq">
                    <p:stCondLst>
                      <p:cond evt="onClick" delay="0">
                        <p:tgtEl>
                          <p:spTgt spid="4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1" fill="hold">
                          <p:stCondLst>
                            <p:cond delay="0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9"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9" grpId="0" animBg="1"/>
          <p:bldP spid="27" grpId="0" animBg="1"/>
          <p:bldP spid="2" grpId="0" animBg="1"/>
          <p:bldP spid="3" grpId="0" animBg="1"/>
          <p:bldP spid="8" grpId="0" animBg="1"/>
          <p:bldP spid="35" grpId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FEA9B6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CÂU HỎI 1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2968553" y="366993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A. Visual (Ngôn ngữ hình thể &amp; Biểu cảm)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Theo nguyên tắc 3V trong giao tiếp, yếu tố nào chiếm tỷ trọng tác động lớn nhất (55%)?</a:t>
            </a:r>
          </a:p>
        </p:txBody>
      </p:sp>
      <p:pic>
        <p:nvPicPr>
          <p:cNvPr id="9" name="!!cdnhuisuvhnfPicture 51">
            <a:extLst>
              <a:ext uri="{FF2B5EF4-FFF2-40B4-BE49-F238E27FC236}">
                <a16:creationId xmlns:a16="http://schemas.microsoft.com/office/drawing/2014/main" id="{BFC751D6-672A-2273-81F6-E7DD071947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16016">
            <a:off x="1167543" y="2273326"/>
            <a:ext cx="1599278" cy="1599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A026D7-761B-02AA-ACE9-BE75DD7A5FC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0121" t="21362" r="18125" b="18077"/>
          <a:stretch>
            <a:fillRect/>
          </a:stretch>
        </p:blipFill>
        <p:spPr>
          <a:xfrm>
            <a:off x="9537170" y="0"/>
            <a:ext cx="1197573" cy="1174457"/>
          </a:xfrm>
          <a:prstGeom prst="rect">
            <a:avLst/>
          </a:prstGeom>
        </p:spPr>
      </p:pic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4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FEA9B6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4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FEA9B6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B. Verbal (Ý nghĩa từ ngữ lời nói)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296855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C. Vocal (Giọng điệu &amp; Âm sắc)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6595944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D. Volume (Âm lượng phát ra)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2371279" y="3639288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224060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6253192" y="4563483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FEA9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0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/>
          <p:bldP spid="20" grpId="0" animBg="1"/>
          <p:bldP spid="20" grpId="1"/>
          <p:bldP spid="21" grpId="0" animBg="1"/>
          <p:bldP spid="21" grpId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9CCCEF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CÂU HỎI 2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6566777" y="5035201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A. 'Và kết quả sẽ tốt hơn nếu...'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Khi phản hồi theo phương pháp Sandwich, ta nên dùng cụm từ nào thay cho từ 'NHƯNG'?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9CCCEF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9CCCEF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B. 'Tuy nhiên anh làm chưa đạt...'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2862747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C. 'Dù vậy kết quả rất tệ...'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D. 'Nhưng lần sau phải chú ý...'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5969503" y="5004554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2134802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9CC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2" name="!!Picture 54">
            <a:extLst>
              <a:ext uri="{FF2B5EF4-FFF2-40B4-BE49-F238E27FC236}">
                <a16:creationId xmlns:a16="http://schemas.microsoft.com/office/drawing/2014/main" id="{5C19E223-D774-70A1-EAF3-869BA66CFE2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6348" y="1736226"/>
            <a:ext cx="1954136" cy="1954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969C0-3522-B7E2-318D-B32BC72EC18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14353" t="8540" r="16099"/>
          <a:stretch>
            <a:fillRect/>
          </a:stretch>
        </p:blipFill>
        <p:spPr>
          <a:xfrm>
            <a:off x="9366232" y="-358784"/>
            <a:ext cx="1261907" cy="165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1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1.11111E-6 L -1.66667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11111E-6 L 4.375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66667E-6 -1.11111E-6 L -1.66667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375E-6 1.11111E-6 L 4.375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FF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00B050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CÂU HỎI 3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2920928" y="5035201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A. Listen -&gt; Acknowledge -&gt; Check -&gt; Enquire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Mô hình lắng nghe chủ động L.A.C.E bao gồm 4 bước theo thứ tự nào sau đây?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6595944" y="3753755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B. Lead -&gt; Act -&gt; Control -&gt; Execute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669029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C. Look -&gt; Ask -&gt; Confirm -&gt; End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404049"/>
                </a:solidFill>
                <a:latin typeface="SVN-Good Dog"/>
              </a:rPr>
              <a:t>D. Learn -&gt; Apply -&gt; Change -&gt; Evaluate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2323654" y="5004554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3893" y="3770119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596234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7" name="!!Picture 23">
            <a:extLst>
              <a:ext uri="{FF2B5EF4-FFF2-40B4-BE49-F238E27FC236}">
                <a16:creationId xmlns:a16="http://schemas.microsoft.com/office/drawing/2014/main" id="{ACB16545-6CB3-3FE6-24E4-D598BD2D410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0321" t="10424" r="8183" b="8537"/>
          <a:stretch>
            <a:fillRect/>
          </a:stretch>
        </p:blipFill>
        <p:spPr>
          <a:xfrm>
            <a:off x="9312589" y="52991"/>
            <a:ext cx="1414949" cy="1407005"/>
          </a:xfrm>
          <a:prstGeom prst="rect">
            <a:avLst/>
          </a:prstGeom>
        </p:spPr>
      </p:pic>
      <p:pic>
        <p:nvPicPr>
          <p:cNvPr id="9" name="!!Picture 25">
            <a:extLst>
              <a:ext uri="{FF2B5EF4-FFF2-40B4-BE49-F238E27FC236}">
                <a16:creationId xmlns:a16="http://schemas.microsoft.com/office/drawing/2014/main" id="{FFD5F396-45C8-956C-05A0-188B4AC0B36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4203" t="4819" r="6041" b="20249"/>
          <a:stretch>
            <a:fillRect/>
          </a:stretch>
        </p:blipFill>
        <p:spPr>
          <a:xfrm>
            <a:off x="1713570" y="2591344"/>
            <a:ext cx="1264098" cy="105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1.11111E-6 L -3.33333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1.11111E-6 L -3.33333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6.25E-7 -7.40741E-7 L 6.25E-7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AA5DBB-89E2-F6C1-1F9F-72547C3DBB2B}"/>
              </a:ext>
            </a:extLst>
          </p:cNvPr>
          <p:cNvSpPr/>
          <p:nvPr/>
        </p:nvSpPr>
        <p:spPr>
          <a:xfrm>
            <a:off x="1713570" y="233619"/>
            <a:ext cx="8764859" cy="3289610"/>
          </a:xfrm>
          <a:custGeom>
            <a:avLst/>
            <a:gdLst>
              <a:gd name="csX0" fmla="*/ 0 w 8764859"/>
              <a:gd name="csY0" fmla="*/ 304980 h 3289610"/>
              <a:gd name="csX1" fmla="*/ 304980 w 8764859"/>
              <a:gd name="csY1" fmla="*/ 0 h 3289610"/>
              <a:gd name="csX2" fmla="*/ 1066104 w 8764859"/>
              <a:gd name="csY2" fmla="*/ 0 h 3289610"/>
              <a:gd name="csX3" fmla="*/ 1582581 w 8764859"/>
              <a:gd name="csY3" fmla="*/ 0 h 3289610"/>
              <a:gd name="csX4" fmla="*/ 2425254 w 8764859"/>
              <a:gd name="csY4" fmla="*/ 0 h 3289610"/>
              <a:gd name="csX5" fmla="*/ 3104829 w 8764859"/>
              <a:gd name="csY5" fmla="*/ 0 h 3289610"/>
              <a:gd name="csX6" fmla="*/ 3947502 w 8764859"/>
              <a:gd name="csY6" fmla="*/ 0 h 3289610"/>
              <a:gd name="csX7" fmla="*/ 4708625 w 8764859"/>
              <a:gd name="csY7" fmla="*/ 0 h 3289610"/>
              <a:gd name="csX8" fmla="*/ 5306651 w 8764859"/>
              <a:gd name="csY8" fmla="*/ 0 h 3289610"/>
              <a:gd name="csX9" fmla="*/ 6067775 w 8764859"/>
              <a:gd name="csY9" fmla="*/ 0 h 3289610"/>
              <a:gd name="csX10" fmla="*/ 6584252 w 8764859"/>
              <a:gd name="csY10" fmla="*/ 0 h 3289610"/>
              <a:gd name="csX11" fmla="*/ 7263827 w 8764859"/>
              <a:gd name="csY11" fmla="*/ 0 h 3289610"/>
              <a:gd name="csX12" fmla="*/ 7698755 w 8764859"/>
              <a:gd name="csY12" fmla="*/ 0 h 3289610"/>
              <a:gd name="csX13" fmla="*/ 8459879 w 8764859"/>
              <a:gd name="csY13" fmla="*/ 0 h 3289610"/>
              <a:gd name="csX14" fmla="*/ 8764859 w 8764859"/>
              <a:gd name="csY14" fmla="*/ 304980 h 3289610"/>
              <a:gd name="csX15" fmla="*/ 8764859 w 8764859"/>
              <a:gd name="csY15" fmla="*/ 1028486 h 3289610"/>
              <a:gd name="csX16" fmla="*/ 8764859 w 8764859"/>
              <a:gd name="csY16" fmla="*/ 1644805 h 3289610"/>
              <a:gd name="csX17" fmla="*/ 8764859 w 8764859"/>
              <a:gd name="csY17" fmla="*/ 2314718 h 3289610"/>
              <a:gd name="csX18" fmla="*/ 8764859 w 8764859"/>
              <a:gd name="csY18" fmla="*/ 2984630 h 3289610"/>
              <a:gd name="csX19" fmla="*/ 8459879 w 8764859"/>
              <a:gd name="csY19" fmla="*/ 3289610 h 3289610"/>
              <a:gd name="csX20" fmla="*/ 8024951 w 8764859"/>
              <a:gd name="csY20" fmla="*/ 3289610 h 3289610"/>
              <a:gd name="csX21" fmla="*/ 7263827 w 8764859"/>
              <a:gd name="csY21" fmla="*/ 3289610 h 3289610"/>
              <a:gd name="csX22" fmla="*/ 6747350 w 8764859"/>
              <a:gd name="csY22" fmla="*/ 3289610 h 3289610"/>
              <a:gd name="csX23" fmla="*/ 5986226 w 8764859"/>
              <a:gd name="csY23" fmla="*/ 3289610 h 3289610"/>
              <a:gd name="csX24" fmla="*/ 5388200 w 8764859"/>
              <a:gd name="csY24" fmla="*/ 3289610 h 3289610"/>
              <a:gd name="csX25" fmla="*/ 4871723 w 8764859"/>
              <a:gd name="csY25" fmla="*/ 3289610 h 3289610"/>
              <a:gd name="csX26" fmla="*/ 4436795 w 8764859"/>
              <a:gd name="csY26" fmla="*/ 3289610 h 3289610"/>
              <a:gd name="csX27" fmla="*/ 3920319 w 8764859"/>
              <a:gd name="csY27" fmla="*/ 3289610 h 3289610"/>
              <a:gd name="csX28" fmla="*/ 3403842 w 8764859"/>
              <a:gd name="csY28" fmla="*/ 3289610 h 3289610"/>
              <a:gd name="csX29" fmla="*/ 2724267 w 8764859"/>
              <a:gd name="csY29" fmla="*/ 3289610 h 3289610"/>
              <a:gd name="csX30" fmla="*/ 2044692 w 8764859"/>
              <a:gd name="csY30" fmla="*/ 3289610 h 3289610"/>
              <a:gd name="csX31" fmla="*/ 1446666 w 8764859"/>
              <a:gd name="csY31" fmla="*/ 3289610 h 3289610"/>
              <a:gd name="csX32" fmla="*/ 304980 w 8764859"/>
              <a:gd name="csY32" fmla="*/ 3289610 h 3289610"/>
              <a:gd name="csX33" fmla="*/ 0 w 8764859"/>
              <a:gd name="csY33" fmla="*/ 2984630 h 3289610"/>
              <a:gd name="csX34" fmla="*/ 0 w 8764859"/>
              <a:gd name="csY34" fmla="*/ 2395107 h 3289610"/>
              <a:gd name="csX35" fmla="*/ 0 w 8764859"/>
              <a:gd name="csY35" fmla="*/ 1698398 h 3289610"/>
              <a:gd name="csX36" fmla="*/ 0 w 8764859"/>
              <a:gd name="csY36" fmla="*/ 974893 h 3289610"/>
              <a:gd name="csX37" fmla="*/ 0 w 8764859"/>
              <a:gd name="csY37" fmla="*/ 304980 h 328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8764859" h="3289610" fill="none" extrusionOk="0">
                <a:moveTo>
                  <a:pt x="0" y="304980"/>
                </a:moveTo>
                <a:cubicBezTo>
                  <a:pt x="5499" y="137634"/>
                  <a:pt x="121989" y="9397"/>
                  <a:pt x="304980" y="0"/>
                </a:cubicBezTo>
                <a:cubicBezTo>
                  <a:pt x="664349" y="34350"/>
                  <a:pt x="759335" y="12380"/>
                  <a:pt x="1066104" y="0"/>
                </a:cubicBezTo>
                <a:cubicBezTo>
                  <a:pt x="1372873" y="-12380"/>
                  <a:pt x="1421397" y="18459"/>
                  <a:pt x="1582581" y="0"/>
                </a:cubicBezTo>
                <a:cubicBezTo>
                  <a:pt x="1743765" y="-18459"/>
                  <a:pt x="2156237" y="16281"/>
                  <a:pt x="2425254" y="0"/>
                </a:cubicBezTo>
                <a:cubicBezTo>
                  <a:pt x="2694271" y="-16281"/>
                  <a:pt x="2908321" y="7033"/>
                  <a:pt x="3104829" y="0"/>
                </a:cubicBezTo>
                <a:cubicBezTo>
                  <a:pt x="3301338" y="-7033"/>
                  <a:pt x="3648429" y="1344"/>
                  <a:pt x="3947502" y="0"/>
                </a:cubicBezTo>
                <a:cubicBezTo>
                  <a:pt x="4246575" y="-1344"/>
                  <a:pt x="4340677" y="-12390"/>
                  <a:pt x="4708625" y="0"/>
                </a:cubicBezTo>
                <a:cubicBezTo>
                  <a:pt x="5076573" y="12390"/>
                  <a:pt x="5086708" y="-23317"/>
                  <a:pt x="5306651" y="0"/>
                </a:cubicBezTo>
                <a:cubicBezTo>
                  <a:pt x="5526594" y="23317"/>
                  <a:pt x="5882277" y="2851"/>
                  <a:pt x="6067775" y="0"/>
                </a:cubicBezTo>
                <a:cubicBezTo>
                  <a:pt x="6253273" y="-2851"/>
                  <a:pt x="6346513" y="-20042"/>
                  <a:pt x="6584252" y="0"/>
                </a:cubicBezTo>
                <a:cubicBezTo>
                  <a:pt x="6821991" y="20042"/>
                  <a:pt x="6996563" y="-8191"/>
                  <a:pt x="7263827" y="0"/>
                </a:cubicBezTo>
                <a:cubicBezTo>
                  <a:pt x="7531091" y="8191"/>
                  <a:pt x="7565110" y="-6977"/>
                  <a:pt x="7698755" y="0"/>
                </a:cubicBezTo>
                <a:cubicBezTo>
                  <a:pt x="7832400" y="6977"/>
                  <a:pt x="8098476" y="36171"/>
                  <a:pt x="8459879" y="0"/>
                </a:cubicBezTo>
                <a:cubicBezTo>
                  <a:pt x="8629672" y="-4767"/>
                  <a:pt x="8760917" y="129538"/>
                  <a:pt x="8764859" y="304980"/>
                </a:cubicBezTo>
                <a:cubicBezTo>
                  <a:pt x="8742893" y="617649"/>
                  <a:pt x="8771863" y="800435"/>
                  <a:pt x="8764859" y="1028486"/>
                </a:cubicBezTo>
                <a:cubicBezTo>
                  <a:pt x="8757855" y="1256537"/>
                  <a:pt x="8787851" y="1400347"/>
                  <a:pt x="8764859" y="1644805"/>
                </a:cubicBezTo>
                <a:cubicBezTo>
                  <a:pt x="8741867" y="1889263"/>
                  <a:pt x="8787280" y="2108176"/>
                  <a:pt x="8764859" y="2314718"/>
                </a:cubicBezTo>
                <a:cubicBezTo>
                  <a:pt x="8742438" y="2521260"/>
                  <a:pt x="8782213" y="2786230"/>
                  <a:pt x="8764859" y="2984630"/>
                </a:cubicBezTo>
                <a:cubicBezTo>
                  <a:pt x="8787122" y="3134762"/>
                  <a:pt x="8629516" y="3254581"/>
                  <a:pt x="8459879" y="3289610"/>
                </a:cubicBezTo>
                <a:cubicBezTo>
                  <a:pt x="8358328" y="3305335"/>
                  <a:pt x="8212054" y="3306620"/>
                  <a:pt x="8024951" y="3289610"/>
                </a:cubicBezTo>
                <a:cubicBezTo>
                  <a:pt x="7837848" y="3272600"/>
                  <a:pt x="7615664" y="3266411"/>
                  <a:pt x="7263827" y="3289610"/>
                </a:cubicBezTo>
                <a:cubicBezTo>
                  <a:pt x="6911990" y="3312809"/>
                  <a:pt x="6937882" y="3298941"/>
                  <a:pt x="6747350" y="3289610"/>
                </a:cubicBezTo>
                <a:cubicBezTo>
                  <a:pt x="6556818" y="3280279"/>
                  <a:pt x="6310780" y="3289996"/>
                  <a:pt x="5986226" y="3289610"/>
                </a:cubicBezTo>
                <a:cubicBezTo>
                  <a:pt x="5661672" y="3289224"/>
                  <a:pt x="5547350" y="3278430"/>
                  <a:pt x="5388200" y="3289610"/>
                </a:cubicBezTo>
                <a:cubicBezTo>
                  <a:pt x="5229050" y="3300790"/>
                  <a:pt x="4995370" y="3281384"/>
                  <a:pt x="4871723" y="3289610"/>
                </a:cubicBezTo>
                <a:cubicBezTo>
                  <a:pt x="4748076" y="3297836"/>
                  <a:pt x="4598654" y="3272700"/>
                  <a:pt x="4436795" y="3289610"/>
                </a:cubicBezTo>
                <a:cubicBezTo>
                  <a:pt x="4274936" y="3306520"/>
                  <a:pt x="4098879" y="3297284"/>
                  <a:pt x="3920319" y="3289610"/>
                </a:cubicBezTo>
                <a:cubicBezTo>
                  <a:pt x="3741759" y="3281936"/>
                  <a:pt x="3542715" y="3281242"/>
                  <a:pt x="3403842" y="3289610"/>
                </a:cubicBezTo>
                <a:cubicBezTo>
                  <a:pt x="3264969" y="3297978"/>
                  <a:pt x="3004980" y="3267936"/>
                  <a:pt x="2724267" y="3289610"/>
                </a:cubicBezTo>
                <a:cubicBezTo>
                  <a:pt x="2443554" y="3311284"/>
                  <a:pt x="2317078" y="3287098"/>
                  <a:pt x="2044692" y="3289610"/>
                </a:cubicBezTo>
                <a:cubicBezTo>
                  <a:pt x="1772306" y="3292122"/>
                  <a:pt x="1731191" y="3308279"/>
                  <a:pt x="1446666" y="3289610"/>
                </a:cubicBezTo>
                <a:cubicBezTo>
                  <a:pt x="1162141" y="3270941"/>
                  <a:pt x="659119" y="3271604"/>
                  <a:pt x="304980" y="3289610"/>
                </a:cubicBezTo>
                <a:cubicBezTo>
                  <a:pt x="129114" y="3290426"/>
                  <a:pt x="13289" y="3169261"/>
                  <a:pt x="0" y="2984630"/>
                </a:cubicBezTo>
                <a:cubicBezTo>
                  <a:pt x="-21071" y="2797929"/>
                  <a:pt x="5719" y="2548908"/>
                  <a:pt x="0" y="2395107"/>
                </a:cubicBezTo>
                <a:cubicBezTo>
                  <a:pt x="-5719" y="2241306"/>
                  <a:pt x="14748" y="1897649"/>
                  <a:pt x="0" y="1698398"/>
                </a:cubicBezTo>
                <a:cubicBezTo>
                  <a:pt x="-14748" y="1499147"/>
                  <a:pt x="-26277" y="1330526"/>
                  <a:pt x="0" y="974893"/>
                </a:cubicBezTo>
                <a:cubicBezTo>
                  <a:pt x="26277" y="619261"/>
                  <a:pt x="-27378" y="451828"/>
                  <a:pt x="0" y="304980"/>
                </a:cubicBezTo>
                <a:close/>
              </a:path>
              <a:path w="8764859" h="3289610" stroke="0" extrusionOk="0">
                <a:moveTo>
                  <a:pt x="0" y="304980"/>
                </a:moveTo>
                <a:cubicBezTo>
                  <a:pt x="-6948" y="132258"/>
                  <a:pt x="114376" y="8320"/>
                  <a:pt x="304980" y="0"/>
                </a:cubicBezTo>
                <a:cubicBezTo>
                  <a:pt x="607576" y="12286"/>
                  <a:pt x="822030" y="-35426"/>
                  <a:pt x="1147653" y="0"/>
                </a:cubicBezTo>
                <a:cubicBezTo>
                  <a:pt x="1473276" y="35426"/>
                  <a:pt x="1454365" y="8607"/>
                  <a:pt x="1745679" y="0"/>
                </a:cubicBezTo>
                <a:cubicBezTo>
                  <a:pt x="2036993" y="-8607"/>
                  <a:pt x="2157532" y="-13428"/>
                  <a:pt x="2262156" y="0"/>
                </a:cubicBezTo>
                <a:cubicBezTo>
                  <a:pt x="2366780" y="13428"/>
                  <a:pt x="2766562" y="31064"/>
                  <a:pt x="3023280" y="0"/>
                </a:cubicBezTo>
                <a:cubicBezTo>
                  <a:pt x="3279998" y="-31064"/>
                  <a:pt x="3464094" y="10619"/>
                  <a:pt x="3621306" y="0"/>
                </a:cubicBezTo>
                <a:cubicBezTo>
                  <a:pt x="3778518" y="-10619"/>
                  <a:pt x="4129236" y="-37616"/>
                  <a:pt x="4463978" y="0"/>
                </a:cubicBezTo>
                <a:cubicBezTo>
                  <a:pt x="4798720" y="37616"/>
                  <a:pt x="4813864" y="-11238"/>
                  <a:pt x="4980455" y="0"/>
                </a:cubicBezTo>
                <a:cubicBezTo>
                  <a:pt x="5147046" y="11238"/>
                  <a:pt x="5593762" y="30606"/>
                  <a:pt x="5823128" y="0"/>
                </a:cubicBezTo>
                <a:cubicBezTo>
                  <a:pt x="6052494" y="-30606"/>
                  <a:pt x="6127548" y="-19014"/>
                  <a:pt x="6258056" y="0"/>
                </a:cubicBezTo>
                <a:cubicBezTo>
                  <a:pt x="6388564" y="19014"/>
                  <a:pt x="6678069" y="10437"/>
                  <a:pt x="6937631" y="0"/>
                </a:cubicBezTo>
                <a:cubicBezTo>
                  <a:pt x="7197193" y="-10437"/>
                  <a:pt x="7452019" y="9198"/>
                  <a:pt x="7617206" y="0"/>
                </a:cubicBezTo>
                <a:cubicBezTo>
                  <a:pt x="7782394" y="-9198"/>
                  <a:pt x="8172320" y="-40013"/>
                  <a:pt x="8459879" y="0"/>
                </a:cubicBezTo>
                <a:cubicBezTo>
                  <a:pt x="8637820" y="11643"/>
                  <a:pt x="8784161" y="119644"/>
                  <a:pt x="8764859" y="304980"/>
                </a:cubicBezTo>
                <a:cubicBezTo>
                  <a:pt x="8739224" y="611472"/>
                  <a:pt x="8778862" y="670742"/>
                  <a:pt x="8764859" y="974893"/>
                </a:cubicBezTo>
                <a:cubicBezTo>
                  <a:pt x="8750856" y="1279044"/>
                  <a:pt x="8745902" y="1343258"/>
                  <a:pt x="8764859" y="1644805"/>
                </a:cubicBezTo>
                <a:cubicBezTo>
                  <a:pt x="8783816" y="1946352"/>
                  <a:pt x="8794275" y="2045045"/>
                  <a:pt x="8764859" y="2368311"/>
                </a:cubicBezTo>
                <a:cubicBezTo>
                  <a:pt x="8735443" y="2691577"/>
                  <a:pt x="8765950" y="2695488"/>
                  <a:pt x="8764859" y="2984630"/>
                </a:cubicBezTo>
                <a:cubicBezTo>
                  <a:pt x="8748513" y="3182294"/>
                  <a:pt x="8635837" y="3295199"/>
                  <a:pt x="8459879" y="3289610"/>
                </a:cubicBezTo>
                <a:cubicBezTo>
                  <a:pt x="8302963" y="3274131"/>
                  <a:pt x="8170815" y="3290558"/>
                  <a:pt x="7943402" y="3289610"/>
                </a:cubicBezTo>
                <a:cubicBezTo>
                  <a:pt x="7715989" y="3288662"/>
                  <a:pt x="7498635" y="3286072"/>
                  <a:pt x="7263827" y="3289610"/>
                </a:cubicBezTo>
                <a:cubicBezTo>
                  <a:pt x="7029019" y="3293148"/>
                  <a:pt x="6866606" y="3265724"/>
                  <a:pt x="6747350" y="3289610"/>
                </a:cubicBezTo>
                <a:cubicBezTo>
                  <a:pt x="6628094" y="3313496"/>
                  <a:pt x="6375298" y="3281335"/>
                  <a:pt x="6067775" y="3289610"/>
                </a:cubicBezTo>
                <a:cubicBezTo>
                  <a:pt x="5760252" y="3297885"/>
                  <a:pt x="5796892" y="3296486"/>
                  <a:pt x="5632847" y="3289610"/>
                </a:cubicBezTo>
                <a:cubicBezTo>
                  <a:pt x="5468802" y="3282734"/>
                  <a:pt x="5377867" y="3287406"/>
                  <a:pt x="5197919" y="3289610"/>
                </a:cubicBezTo>
                <a:cubicBezTo>
                  <a:pt x="5017971" y="3291814"/>
                  <a:pt x="4668908" y="3306551"/>
                  <a:pt x="4518344" y="3289610"/>
                </a:cubicBezTo>
                <a:cubicBezTo>
                  <a:pt x="4367780" y="3272669"/>
                  <a:pt x="4105390" y="3291737"/>
                  <a:pt x="4001868" y="3289610"/>
                </a:cubicBezTo>
                <a:cubicBezTo>
                  <a:pt x="3898346" y="3287483"/>
                  <a:pt x="3480981" y="3286348"/>
                  <a:pt x="3240744" y="3289610"/>
                </a:cubicBezTo>
                <a:cubicBezTo>
                  <a:pt x="3000507" y="3292872"/>
                  <a:pt x="2907670" y="3314907"/>
                  <a:pt x="2724267" y="3289610"/>
                </a:cubicBezTo>
                <a:cubicBezTo>
                  <a:pt x="2540864" y="3264313"/>
                  <a:pt x="2303170" y="3311826"/>
                  <a:pt x="1963143" y="3289610"/>
                </a:cubicBezTo>
                <a:cubicBezTo>
                  <a:pt x="1623116" y="3267394"/>
                  <a:pt x="1641531" y="3276028"/>
                  <a:pt x="1528215" y="3289610"/>
                </a:cubicBezTo>
                <a:cubicBezTo>
                  <a:pt x="1414899" y="3303192"/>
                  <a:pt x="557964" y="3286847"/>
                  <a:pt x="304980" y="3289610"/>
                </a:cubicBezTo>
                <a:cubicBezTo>
                  <a:pt x="156163" y="3307803"/>
                  <a:pt x="35387" y="3131908"/>
                  <a:pt x="0" y="2984630"/>
                </a:cubicBezTo>
                <a:cubicBezTo>
                  <a:pt x="519" y="2730034"/>
                  <a:pt x="-14871" y="2621530"/>
                  <a:pt x="0" y="2314718"/>
                </a:cubicBezTo>
                <a:cubicBezTo>
                  <a:pt x="14871" y="2007906"/>
                  <a:pt x="-6636" y="1823225"/>
                  <a:pt x="0" y="1618009"/>
                </a:cubicBezTo>
                <a:cubicBezTo>
                  <a:pt x="6636" y="1412793"/>
                  <a:pt x="14443" y="1184013"/>
                  <a:pt x="0" y="1001689"/>
                </a:cubicBezTo>
                <a:cubicBezTo>
                  <a:pt x="-14443" y="819365"/>
                  <a:pt x="-10850" y="579848"/>
                  <a:pt x="0" y="30498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>
              <a:solidFill>
                <a:srgbClr val="404049"/>
              </a:solidFill>
              <a:latin typeface="SVN-Good Dog" panose="02040603050506020204" pitchFamily="18" charset="0"/>
            </a:endParaRPr>
          </a:p>
        </p:txBody>
      </p:sp>
      <p:sp>
        <p:nvSpPr>
          <p:cNvPr id="5" name="KHUNG CÂU HỎI">
            <a:extLst>
              <a:ext uri="{FF2B5EF4-FFF2-40B4-BE49-F238E27FC236}">
                <a16:creationId xmlns:a16="http://schemas.microsoft.com/office/drawing/2014/main" id="{40F9CF87-90FC-718A-B554-F69F4536FFC5}"/>
              </a:ext>
            </a:extLst>
          </p:cNvPr>
          <p:cNvSpPr/>
          <p:nvPr/>
        </p:nvSpPr>
        <p:spPr>
          <a:xfrm>
            <a:off x="4542735" y="434023"/>
            <a:ext cx="3106529" cy="644942"/>
          </a:xfrm>
          <a:custGeom>
            <a:avLst/>
            <a:gdLst>
              <a:gd name="csX0" fmla="*/ 0 w 3106529"/>
              <a:gd name="csY0" fmla="*/ 322471 h 644942"/>
              <a:gd name="csX1" fmla="*/ 322471 w 3106529"/>
              <a:gd name="csY1" fmla="*/ 0 h 644942"/>
              <a:gd name="csX2" fmla="*/ 987099 w 3106529"/>
              <a:gd name="csY2" fmla="*/ 0 h 644942"/>
              <a:gd name="csX3" fmla="*/ 1528649 w 3106529"/>
              <a:gd name="csY3" fmla="*/ 0 h 644942"/>
              <a:gd name="csX4" fmla="*/ 2193277 w 3106529"/>
              <a:gd name="csY4" fmla="*/ 0 h 644942"/>
              <a:gd name="csX5" fmla="*/ 2784058 w 3106529"/>
              <a:gd name="csY5" fmla="*/ 0 h 644942"/>
              <a:gd name="csX6" fmla="*/ 3106529 w 3106529"/>
              <a:gd name="csY6" fmla="*/ 322471 h 644942"/>
              <a:gd name="csX7" fmla="*/ 3106529 w 3106529"/>
              <a:gd name="csY7" fmla="*/ 322471 h 644942"/>
              <a:gd name="csX8" fmla="*/ 2784058 w 3106529"/>
              <a:gd name="csY8" fmla="*/ 644942 h 644942"/>
              <a:gd name="csX9" fmla="*/ 2217893 w 3106529"/>
              <a:gd name="csY9" fmla="*/ 644942 h 644942"/>
              <a:gd name="csX10" fmla="*/ 1651728 w 3106529"/>
              <a:gd name="csY10" fmla="*/ 644942 h 644942"/>
              <a:gd name="csX11" fmla="*/ 987099 w 3106529"/>
              <a:gd name="csY11" fmla="*/ 644942 h 644942"/>
              <a:gd name="csX12" fmla="*/ 322471 w 3106529"/>
              <a:gd name="csY12" fmla="*/ 644942 h 644942"/>
              <a:gd name="csX13" fmla="*/ 0 w 3106529"/>
              <a:gd name="csY13" fmla="*/ 322471 h 64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06529" h="644942" fill="none" extrusionOk="0">
                <a:moveTo>
                  <a:pt x="0" y="322471"/>
                </a:moveTo>
                <a:cubicBezTo>
                  <a:pt x="19256" y="163834"/>
                  <a:pt x="138426" y="-220"/>
                  <a:pt x="322471" y="0"/>
                </a:cubicBezTo>
                <a:cubicBezTo>
                  <a:pt x="480187" y="25629"/>
                  <a:pt x="757936" y="-4620"/>
                  <a:pt x="987099" y="0"/>
                </a:cubicBezTo>
                <a:cubicBezTo>
                  <a:pt x="1216262" y="4620"/>
                  <a:pt x="1322620" y="-19279"/>
                  <a:pt x="1528649" y="0"/>
                </a:cubicBezTo>
                <a:cubicBezTo>
                  <a:pt x="1734678" y="19279"/>
                  <a:pt x="1935854" y="-24884"/>
                  <a:pt x="2193277" y="0"/>
                </a:cubicBezTo>
                <a:cubicBezTo>
                  <a:pt x="2450700" y="24884"/>
                  <a:pt x="2577629" y="-20959"/>
                  <a:pt x="2784058" y="0"/>
                </a:cubicBezTo>
                <a:cubicBezTo>
                  <a:pt x="2962415" y="-6130"/>
                  <a:pt x="3126813" y="173943"/>
                  <a:pt x="3106529" y="322471"/>
                </a:cubicBezTo>
                <a:lnTo>
                  <a:pt x="3106529" y="322471"/>
                </a:lnTo>
                <a:cubicBezTo>
                  <a:pt x="3094729" y="514802"/>
                  <a:pt x="2964012" y="632574"/>
                  <a:pt x="2784058" y="644942"/>
                </a:cubicBezTo>
                <a:cubicBezTo>
                  <a:pt x="2655944" y="662681"/>
                  <a:pt x="2348931" y="630220"/>
                  <a:pt x="2217893" y="644942"/>
                </a:cubicBezTo>
                <a:cubicBezTo>
                  <a:pt x="2086855" y="659664"/>
                  <a:pt x="1849853" y="635787"/>
                  <a:pt x="1651728" y="644942"/>
                </a:cubicBezTo>
                <a:cubicBezTo>
                  <a:pt x="1453603" y="654097"/>
                  <a:pt x="1198541" y="623226"/>
                  <a:pt x="987099" y="644942"/>
                </a:cubicBezTo>
                <a:cubicBezTo>
                  <a:pt x="775657" y="666658"/>
                  <a:pt x="619861" y="626675"/>
                  <a:pt x="322471" y="644942"/>
                </a:cubicBezTo>
                <a:cubicBezTo>
                  <a:pt x="148895" y="681862"/>
                  <a:pt x="9526" y="502320"/>
                  <a:pt x="0" y="322471"/>
                </a:cubicBezTo>
                <a:close/>
              </a:path>
              <a:path w="3106529" h="644942" stroke="0" extrusionOk="0">
                <a:moveTo>
                  <a:pt x="0" y="322471"/>
                </a:moveTo>
                <a:cubicBezTo>
                  <a:pt x="6237" y="118256"/>
                  <a:pt x="170315" y="-8107"/>
                  <a:pt x="322471" y="0"/>
                </a:cubicBezTo>
                <a:cubicBezTo>
                  <a:pt x="555786" y="-6850"/>
                  <a:pt x="605922" y="3527"/>
                  <a:pt x="888636" y="0"/>
                </a:cubicBezTo>
                <a:cubicBezTo>
                  <a:pt x="1171350" y="-3527"/>
                  <a:pt x="1295701" y="10349"/>
                  <a:pt x="1528649" y="0"/>
                </a:cubicBezTo>
                <a:cubicBezTo>
                  <a:pt x="1761597" y="-10349"/>
                  <a:pt x="1981981" y="7791"/>
                  <a:pt x="2119430" y="0"/>
                </a:cubicBezTo>
                <a:cubicBezTo>
                  <a:pt x="2256879" y="-7791"/>
                  <a:pt x="2479563" y="-17925"/>
                  <a:pt x="2784058" y="0"/>
                </a:cubicBezTo>
                <a:cubicBezTo>
                  <a:pt x="2980465" y="-12840"/>
                  <a:pt x="3117109" y="141213"/>
                  <a:pt x="3106529" y="322471"/>
                </a:cubicBezTo>
                <a:lnTo>
                  <a:pt x="3106529" y="322471"/>
                </a:lnTo>
                <a:cubicBezTo>
                  <a:pt x="3076876" y="528178"/>
                  <a:pt x="2992839" y="620978"/>
                  <a:pt x="2784058" y="644942"/>
                </a:cubicBezTo>
                <a:cubicBezTo>
                  <a:pt x="2534900" y="642074"/>
                  <a:pt x="2392762" y="647642"/>
                  <a:pt x="2144045" y="644942"/>
                </a:cubicBezTo>
                <a:cubicBezTo>
                  <a:pt x="1895328" y="642242"/>
                  <a:pt x="1687309" y="615828"/>
                  <a:pt x="1553265" y="644942"/>
                </a:cubicBezTo>
                <a:cubicBezTo>
                  <a:pt x="1419221" y="674056"/>
                  <a:pt x="1262869" y="643063"/>
                  <a:pt x="987099" y="644942"/>
                </a:cubicBezTo>
                <a:cubicBezTo>
                  <a:pt x="711329" y="646821"/>
                  <a:pt x="563668" y="632472"/>
                  <a:pt x="322471" y="644942"/>
                </a:cubicBezTo>
                <a:cubicBezTo>
                  <a:pt x="153963" y="634846"/>
                  <a:pt x="-1715" y="523686"/>
                  <a:pt x="0" y="322471"/>
                </a:cubicBezTo>
                <a:close/>
              </a:path>
            </a:pathLst>
          </a:custGeom>
          <a:solidFill>
            <a:srgbClr val="B67E00"/>
          </a:solidFill>
          <a:ln>
            <a:extLst>
              <a:ext uri="{C807C97D-BFC1-408E-A445-0C87EB9F89A2}">
                <ask:lineSketchStyleProps xmlns:ask="http://schemas.microsoft.com/office/drawing/2018/sketchyshapes" sd="1587386106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latin typeface="iCiel Stabile Regular"/>
              </a:rPr>
              <a:t>CÂU HỎI 4</a:t>
            </a:r>
          </a:p>
        </p:txBody>
      </p:sp>
      <p:sp>
        <p:nvSpPr>
          <p:cNvPr id="6" name="Khung đúng">
            <a:extLst>
              <a:ext uri="{FF2B5EF4-FFF2-40B4-BE49-F238E27FC236}">
                <a16:creationId xmlns:a16="http://schemas.microsoft.com/office/drawing/2014/main" id="{A9340F22-8AF1-5AA8-C02E-EC69B64E88BA}"/>
              </a:ext>
            </a:extLst>
          </p:cNvPr>
          <p:cNvSpPr/>
          <p:nvPr/>
        </p:nvSpPr>
        <p:spPr>
          <a:xfrm>
            <a:off x="6762676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A. Phát triển ngừng lại khi mất cảm giác khoảng cách hiện tại &amp; mục tiêu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24D-3AF0-C89F-7EAF-3AD4BC96D77C}"/>
              </a:ext>
            </a:extLst>
          </p:cNvPr>
          <p:cNvSpPr txBox="1"/>
          <p:nvPr/>
        </p:nvSpPr>
        <p:spPr>
          <a:xfrm>
            <a:off x="3046141" y="1215112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404049"/>
                </a:solidFill>
                <a:latin typeface="SVN-Good Dog"/>
              </a:rPr>
              <a:t>Nguyên tắc Dây Thun (Rubber Band Principle) trong huấn luyện/khai vấn chỉ ra điều gì?</a:t>
            </a:r>
          </a:p>
        </p:txBody>
      </p:sp>
      <p:grpSp>
        <p:nvGrpSpPr>
          <p:cNvPr id="15" name="Trang chủ">
            <a:extLst>
              <a:ext uri="{FF2B5EF4-FFF2-40B4-BE49-F238E27FC236}">
                <a16:creationId xmlns:a16="http://schemas.microsoft.com/office/drawing/2014/main" id="{C9E9B205-B9EF-5BB1-4630-30A9582E5D65}"/>
              </a:ext>
            </a:extLst>
          </p:cNvPr>
          <p:cNvGrpSpPr/>
          <p:nvPr/>
        </p:nvGrpSpPr>
        <p:grpSpPr>
          <a:xfrm>
            <a:off x="116354" y="125278"/>
            <a:ext cx="691375" cy="691375"/>
            <a:chOff x="116354" y="125278"/>
            <a:chExt cx="691375" cy="691375"/>
          </a:xfrm>
        </p:grpSpPr>
        <p:sp>
          <p:nvSpPr>
            <p:cNvPr id="11" name="Oval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5C08A9CC-24C1-7F4B-5BA8-3F5DDA95B308}"/>
                </a:ext>
              </a:extLst>
            </p:cNvPr>
            <p:cNvSpPr/>
            <p:nvPr/>
          </p:nvSpPr>
          <p:spPr>
            <a:xfrm>
              <a:off x="116354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B67E0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Graphic 13" descr="Home1 with solid fill">
              <a:hlinkClick r:id="rId12" action="ppaction://hlinksldjump"/>
              <a:extLst>
                <a:ext uri="{FF2B5EF4-FFF2-40B4-BE49-F238E27FC236}">
                  <a16:creationId xmlns:a16="http://schemas.microsoft.com/office/drawing/2014/main" id="{28E732A0-FFD3-15F2-7C5B-364560E405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3115" y="174654"/>
              <a:ext cx="537852" cy="537852"/>
            </a:xfrm>
            <a:prstGeom prst="rect">
              <a:avLst/>
            </a:prstGeom>
          </p:spPr>
        </p:pic>
      </p:grpSp>
      <p:grpSp>
        <p:nvGrpSpPr>
          <p:cNvPr id="18" name="Khung thời gian">
            <a:extLst>
              <a:ext uri="{FF2B5EF4-FFF2-40B4-BE49-F238E27FC236}">
                <a16:creationId xmlns:a16="http://schemas.microsoft.com/office/drawing/2014/main" id="{C0CC802C-B97F-DCE7-254C-0F752D493499}"/>
              </a:ext>
            </a:extLst>
          </p:cNvPr>
          <p:cNvGrpSpPr/>
          <p:nvPr/>
        </p:nvGrpSpPr>
        <p:grpSpPr>
          <a:xfrm>
            <a:off x="11384271" y="125278"/>
            <a:ext cx="691375" cy="691375"/>
            <a:chOff x="11384271" y="125278"/>
            <a:chExt cx="691375" cy="69137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AAD046-2A94-3CA8-F6EB-CFC706C63DEB}"/>
                </a:ext>
              </a:extLst>
            </p:cNvPr>
            <p:cNvSpPr/>
            <p:nvPr/>
          </p:nvSpPr>
          <p:spPr>
            <a:xfrm>
              <a:off x="11384271" y="125278"/>
              <a:ext cx="691375" cy="691375"/>
            </a:xfrm>
            <a:custGeom>
              <a:avLst/>
              <a:gdLst>
                <a:gd name="csX0" fmla="*/ 0 w 691375"/>
                <a:gd name="csY0" fmla="*/ 345688 h 691375"/>
                <a:gd name="csX1" fmla="*/ 345688 w 691375"/>
                <a:gd name="csY1" fmla="*/ 0 h 691375"/>
                <a:gd name="csX2" fmla="*/ 691376 w 691375"/>
                <a:gd name="csY2" fmla="*/ 345688 h 691375"/>
                <a:gd name="csX3" fmla="*/ 345688 w 691375"/>
                <a:gd name="csY3" fmla="*/ 691376 h 691375"/>
                <a:gd name="csX4" fmla="*/ 0 w 691375"/>
                <a:gd name="csY4" fmla="*/ 345688 h 691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91375" h="691375" fill="none" extrusionOk="0">
                  <a:moveTo>
                    <a:pt x="0" y="345688"/>
                  </a:moveTo>
                  <a:cubicBezTo>
                    <a:pt x="-17875" y="112638"/>
                    <a:pt x="161246" y="-5020"/>
                    <a:pt x="345688" y="0"/>
                  </a:cubicBezTo>
                  <a:cubicBezTo>
                    <a:pt x="537393" y="-26830"/>
                    <a:pt x="688971" y="161953"/>
                    <a:pt x="691376" y="345688"/>
                  </a:cubicBezTo>
                  <a:cubicBezTo>
                    <a:pt x="711046" y="522764"/>
                    <a:pt x="540805" y="722743"/>
                    <a:pt x="345688" y="691376"/>
                  </a:cubicBezTo>
                  <a:cubicBezTo>
                    <a:pt x="197955" y="686666"/>
                    <a:pt x="-24340" y="543658"/>
                    <a:pt x="0" y="345688"/>
                  </a:cubicBezTo>
                  <a:close/>
                </a:path>
                <a:path w="691375" h="691375" stroke="0" extrusionOk="0">
                  <a:moveTo>
                    <a:pt x="0" y="345688"/>
                  </a:moveTo>
                  <a:cubicBezTo>
                    <a:pt x="-2682" y="159355"/>
                    <a:pt x="190386" y="-24087"/>
                    <a:pt x="345688" y="0"/>
                  </a:cubicBezTo>
                  <a:cubicBezTo>
                    <a:pt x="553204" y="-11799"/>
                    <a:pt x="688261" y="161311"/>
                    <a:pt x="691376" y="345688"/>
                  </a:cubicBezTo>
                  <a:cubicBezTo>
                    <a:pt x="705376" y="572077"/>
                    <a:pt x="523247" y="661079"/>
                    <a:pt x="345688" y="691376"/>
                  </a:cubicBezTo>
                  <a:cubicBezTo>
                    <a:pt x="160676" y="685128"/>
                    <a:pt x="-23471" y="523206"/>
                    <a:pt x="0" y="345688"/>
                  </a:cubicBezTo>
                  <a:close/>
                </a:path>
              </a:pathLst>
            </a:custGeom>
            <a:solidFill>
              <a:srgbClr val="B67E00"/>
            </a:solidFill>
            <a:ln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2842418190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7" name="Graphic 16" descr="Hourglass Finished with solid fill">
              <a:extLst>
                <a:ext uri="{FF2B5EF4-FFF2-40B4-BE49-F238E27FC236}">
                  <a16:creationId xmlns:a16="http://schemas.microsoft.com/office/drawing/2014/main" id="{99933ADC-4688-E9BC-2A31-AF44304102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85754" y="182089"/>
              <a:ext cx="537852" cy="537852"/>
            </a:xfrm>
            <a:prstGeom prst="rect">
              <a:avLst/>
            </a:prstGeom>
          </p:spPr>
        </p:pic>
      </p:grpSp>
      <p:sp>
        <p:nvSpPr>
          <p:cNvPr id="19" name="Khung đáp án B sai">
            <a:extLst>
              <a:ext uri="{FF2B5EF4-FFF2-40B4-BE49-F238E27FC236}">
                <a16:creationId xmlns:a16="http://schemas.microsoft.com/office/drawing/2014/main" id="{EAB47C48-43B1-F9C5-18C2-EF2E8F1DF675}"/>
              </a:ext>
            </a:extLst>
          </p:cNvPr>
          <p:cNvSpPr/>
          <p:nvPr/>
        </p:nvSpPr>
        <p:spPr>
          <a:xfrm>
            <a:off x="2796452" y="5038342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B. Càng kéo căng nhân viên thì hiệu suất càng tăng vô hạn</a:t>
            </a:r>
          </a:p>
        </p:txBody>
      </p:sp>
      <p:sp>
        <p:nvSpPr>
          <p:cNvPr id="20" name="Khung đáp án C sai">
            <a:extLst>
              <a:ext uri="{FF2B5EF4-FFF2-40B4-BE49-F238E27FC236}">
                <a16:creationId xmlns:a16="http://schemas.microsoft.com/office/drawing/2014/main" id="{2850DB35-C458-3F8D-58E3-80D26BF505C0}"/>
              </a:ext>
            </a:extLst>
          </p:cNvPr>
          <p:cNvSpPr/>
          <p:nvPr/>
        </p:nvSpPr>
        <p:spPr>
          <a:xfrm>
            <a:off x="6690293" y="4915304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C. Luôn giữ nhân viên ở trong vùng an toàn tuyệt đối</a:t>
            </a:r>
          </a:p>
        </p:txBody>
      </p:sp>
      <p:sp>
        <p:nvSpPr>
          <p:cNvPr id="21" name="Khung D sai ">
            <a:extLst>
              <a:ext uri="{FF2B5EF4-FFF2-40B4-BE49-F238E27FC236}">
                <a16:creationId xmlns:a16="http://schemas.microsoft.com/office/drawing/2014/main" id="{1F97344A-F895-3916-D871-77D49D984770}"/>
              </a:ext>
            </a:extLst>
          </p:cNvPr>
          <p:cNvSpPr/>
          <p:nvPr/>
        </p:nvSpPr>
        <p:spPr>
          <a:xfrm>
            <a:off x="2796452" y="3696239"/>
            <a:ext cx="2549913" cy="1055649"/>
          </a:xfrm>
          <a:custGeom>
            <a:avLst/>
            <a:gdLst>
              <a:gd name="csX0" fmla="*/ 0 w 2549913"/>
              <a:gd name="csY0" fmla="*/ 97869 h 1055649"/>
              <a:gd name="csX1" fmla="*/ 97869 w 2549913"/>
              <a:gd name="csY1" fmla="*/ 0 h 1055649"/>
              <a:gd name="csX2" fmla="*/ 639329 w 2549913"/>
              <a:gd name="csY2" fmla="*/ 0 h 1055649"/>
              <a:gd name="csX3" fmla="*/ 1227873 w 2549913"/>
              <a:gd name="csY3" fmla="*/ 0 h 1055649"/>
              <a:gd name="csX4" fmla="*/ 1769333 w 2549913"/>
              <a:gd name="csY4" fmla="*/ 0 h 1055649"/>
              <a:gd name="csX5" fmla="*/ 2452044 w 2549913"/>
              <a:gd name="csY5" fmla="*/ 0 h 1055649"/>
              <a:gd name="csX6" fmla="*/ 2549913 w 2549913"/>
              <a:gd name="csY6" fmla="*/ 97869 h 1055649"/>
              <a:gd name="csX7" fmla="*/ 2549913 w 2549913"/>
              <a:gd name="csY7" fmla="*/ 527825 h 1055649"/>
              <a:gd name="csX8" fmla="*/ 2549913 w 2549913"/>
              <a:gd name="csY8" fmla="*/ 957780 h 1055649"/>
              <a:gd name="csX9" fmla="*/ 2452044 w 2549913"/>
              <a:gd name="csY9" fmla="*/ 1055649 h 1055649"/>
              <a:gd name="csX10" fmla="*/ 1887042 w 2549913"/>
              <a:gd name="csY10" fmla="*/ 1055649 h 1055649"/>
              <a:gd name="csX11" fmla="*/ 1369124 w 2549913"/>
              <a:gd name="csY11" fmla="*/ 1055649 h 1055649"/>
              <a:gd name="csX12" fmla="*/ 757038 w 2549913"/>
              <a:gd name="csY12" fmla="*/ 1055649 h 1055649"/>
              <a:gd name="csX13" fmla="*/ 97869 w 2549913"/>
              <a:gd name="csY13" fmla="*/ 1055649 h 1055649"/>
              <a:gd name="csX14" fmla="*/ 0 w 2549913"/>
              <a:gd name="csY14" fmla="*/ 957780 h 1055649"/>
              <a:gd name="csX15" fmla="*/ 0 w 2549913"/>
              <a:gd name="csY15" fmla="*/ 510626 h 1055649"/>
              <a:gd name="csX16" fmla="*/ 0 w 2549913"/>
              <a:gd name="csY16" fmla="*/ 97869 h 10556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549913" h="1055649" fill="none" extrusionOk="0">
                <a:moveTo>
                  <a:pt x="0" y="97869"/>
                </a:moveTo>
                <a:cubicBezTo>
                  <a:pt x="-3102" y="49363"/>
                  <a:pt x="54176" y="7697"/>
                  <a:pt x="97869" y="0"/>
                </a:cubicBezTo>
                <a:cubicBezTo>
                  <a:pt x="206834" y="6734"/>
                  <a:pt x="483007" y="6801"/>
                  <a:pt x="639329" y="0"/>
                </a:cubicBezTo>
                <a:cubicBezTo>
                  <a:pt x="795651" y="-6801"/>
                  <a:pt x="975830" y="-21554"/>
                  <a:pt x="1227873" y="0"/>
                </a:cubicBezTo>
                <a:cubicBezTo>
                  <a:pt x="1479916" y="21554"/>
                  <a:pt x="1572158" y="-21520"/>
                  <a:pt x="1769333" y="0"/>
                </a:cubicBezTo>
                <a:cubicBezTo>
                  <a:pt x="1966508" y="21520"/>
                  <a:pt x="2219761" y="3881"/>
                  <a:pt x="2452044" y="0"/>
                </a:cubicBezTo>
                <a:cubicBezTo>
                  <a:pt x="2494696" y="-645"/>
                  <a:pt x="2551217" y="44940"/>
                  <a:pt x="2549913" y="97869"/>
                </a:cubicBezTo>
                <a:cubicBezTo>
                  <a:pt x="2570939" y="241462"/>
                  <a:pt x="2548679" y="331883"/>
                  <a:pt x="2549913" y="527825"/>
                </a:cubicBezTo>
                <a:cubicBezTo>
                  <a:pt x="2551147" y="723767"/>
                  <a:pt x="2538471" y="837604"/>
                  <a:pt x="2549913" y="957780"/>
                </a:cubicBezTo>
                <a:cubicBezTo>
                  <a:pt x="2549593" y="1005200"/>
                  <a:pt x="2511062" y="1058777"/>
                  <a:pt x="2452044" y="1055649"/>
                </a:cubicBezTo>
                <a:cubicBezTo>
                  <a:pt x="2336025" y="1039877"/>
                  <a:pt x="2047210" y="1029986"/>
                  <a:pt x="1887042" y="1055649"/>
                </a:cubicBezTo>
                <a:cubicBezTo>
                  <a:pt x="1726874" y="1081312"/>
                  <a:pt x="1514057" y="1034966"/>
                  <a:pt x="1369124" y="1055649"/>
                </a:cubicBezTo>
                <a:cubicBezTo>
                  <a:pt x="1224191" y="1076332"/>
                  <a:pt x="898008" y="1086074"/>
                  <a:pt x="757038" y="1055649"/>
                </a:cubicBezTo>
                <a:cubicBezTo>
                  <a:pt x="616068" y="1025224"/>
                  <a:pt x="347706" y="1040063"/>
                  <a:pt x="97869" y="1055649"/>
                </a:cubicBezTo>
                <a:cubicBezTo>
                  <a:pt x="40445" y="1057539"/>
                  <a:pt x="4472" y="1023950"/>
                  <a:pt x="0" y="957780"/>
                </a:cubicBezTo>
                <a:cubicBezTo>
                  <a:pt x="10183" y="834480"/>
                  <a:pt x="13802" y="645474"/>
                  <a:pt x="0" y="510626"/>
                </a:cubicBezTo>
                <a:cubicBezTo>
                  <a:pt x="-13802" y="375778"/>
                  <a:pt x="15798" y="205239"/>
                  <a:pt x="0" y="97869"/>
                </a:cubicBezTo>
                <a:close/>
              </a:path>
              <a:path w="2549913" h="1055649" stroke="0" extrusionOk="0">
                <a:moveTo>
                  <a:pt x="0" y="97869"/>
                </a:moveTo>
                <a:cubicBezTo>
                  <a:pt x="-3890" y="41418"/>
                  <a:pt x="38500" y="1996"/>
                  <a:pt x="97869" y="0"/>
                </a:cubicBezTo>
                <a:cubicBezTo>
                  <a:pt x="366773" y="4878"/>
                  <a:pt x="569537" y="26620"/>
                  <a:pt x="733496" y="0"/>
                </a:cubicBezTo>
                <a:cubicBezTo>
                  <a:pt x="897455" y="-26620"/>
                  <a:pt x="1028872" y="-11062"/>
                  <a:pt x="1298498" y="0"/>
                </a:cubicBezTo>
                <a:cubicBezTo>
                  <a:pt x="1568124" y="11062"/>
                  <a:pt x="1700487" y="-10556"/>
                  <a:pt x="1839959" y="0"/>
                </a:cubicBezTo>
                <a:cubicBezTo>
                  <a:pt x="1979431" y="10556"/>
                  <a:pt x="2265347" y="-21623"/>
                  <a:pt x="2452044" y="0"/>
                </a:cubicBezTo>
                <a:cubicBezTo>
                  <a:pt x="2509089" y="-6160"/>
                  <a:pt x="2537898" y="41977"/>
                  <a:pt x="2549913" y="97869"/>
                </a:cubicBezTo>
                <a:cubicBezTo>
                  <a:pt x="2551785" y="185919"/>
                  <a:pt x="2568410" y="313604"/>
                  <a:pt x="2549913" y="527825"/>
                </a:cubicBezTo>
                <a:cubicBezTo>
                  <a:pt x="2531416" y="742046"/>
                  <a:pt x="2538985" y="862791"/>
                  <a:pt x="2549913" y="957780"/>
                </a:cubicBezTo>
                <a:cubicBezTo>
                  <a:pt x="2558541" y="1013907"/>
                  <a:pt x="2504669" y="1055418"/>
                  <a:pt x="2452044" y="1055649"/>
                </a:cubicBezTo>
                <a:cubicBezTo>
                  <a:pt x="2255925" y="1066601"/>
                  <a:pt x="2069744" y="1080917"/>
                  <a:pt x="1863500" y="1055649"/>
                </a:cubicBezTo>
                <a:cubicBezTo>
                  <a:pt x="1657256" y="1030381"/>
                  <a:pt x="1447227" y="1063035"/>
                  <a:pt x="1298498" y="1055649"/>
                </a:cubicBezTo>
                <a:cubicBezTo>
                  <a:pt x="1149769" y="1048263"/>
                  <a:pt x="812486" y="1073063"/>
                  <a:pt x="662871" y="1055649"/>
                </a:cubicBezTo>
                <a:cubicBezTo>
                  <a:pt x="513256" y="1038235"/>
                  <a:pt x="212037" y="1048330"/>
                  <a:pt x="97869" y="1055649"/>
                </a:cubicBezTo>
                <a:cubicBezTo>
                  <a:pt x="37589" y="1056672"/>
                  <a:pt x="-10669" y="1004471"/>
                  <a:pt x="0" y="957780"/>
                </a:cubicBezTo>
                <a:cubicBezTo>
                  <a:pt x="-8150" y="739536"/>
                  <a:pt x="3798" y="632215"/>
                  <a:pt x="0" y="519225"/>
                </a:cubicBezTo>
                <a:cubicBezTo>
                  <a:pt x="-3798" y="406235"/>
                  <a:pt x="3242" y="299158"/>
                  <a:pt x="0" y="97869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927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404049"/>
                </a:solidFill>
                <a:latin typeface="SVN-Good Dog"/>
              </a:rPr>
              <a:t>D. Chỉ huấn luyện khi nhân viên phạm lỗi nghiêm trọng</a:t>
            </a:r>
          </a:p>
        </p:txBody>
      </p:sp>
      <p:sp>
        <p:nvSpPr>
          <p:cNvPr id="27" name="Con trắng xanh đúng">
            <a:extLst>
              <a:ext uri="{FF2B5EF4-FFF2-40B4-BE49-F238E27FC236}">
                <a16:creationId xmlns:a16="http://schemas.microsoft.com/office/drawing/2014/main" id="{AC61BDCA-5913-D869-9F2B-ACE99DE9CCB6}"/>
              </a:ext>
            </a:extLst>
          </p:cNvPr>
          <p:cNvSpPr/>
          <p:nvPr/>
        </p:nvSpPr>
        <p:spPr>
          <a:xfrm>
            <a:off x="6165402" y="3665592"/>
            <a:ext cx="1194548" cy="111694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3916" t="-28755" r="-24476" b="-29949"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28" name="Con trắng sai">
            <a:extLst>
              <a:ext uri="{FF2B5EF4-FFF2-40B4-BE49-F238E27FC236}">
                <a16:creationId xmlns:a16="http://schemas.microsoft.com/office/drawing/2014/main" id="{97C61DFD-82E5-C55E-6F85-B4EA559787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4401" y="5054706"/>
            <a:ext cx="1039285" cy="1039285"/>
          </a:xfrm>
          <a:prstGeom prst="rect">
            <a:avLst/>
          </a:prstGeom>
        </p:spPr>
      </p:pic>
      <p:sp>
        <p:nvSpPr>
          <p:cNvPr id="29" name="Con nhím sai">
            <a:extLst>
              <a:ext uri="{FF2B5EF4-FFF2-40B4-BE49-F238E27FC236}">
                <a16:creationId xmlns:a16="http://schemas.microsoft.com/office/drawing/2014/main" id="{5BF02AF4-C1BE-6A25-56AB-D3F680F9017C}"/>
              </a:ext>
            </a:extLst>
          </p:cNvPr>
          <p:cNvSpPr/>
          <p:nvPr/>
        </p:nvSpPr>
        <p:spPr>
          <a:xfrm>
            <a:off x="5962348" y="4809404"/>
            <a:ext cx="1455889" cy="1201556"/>
          </a:xfrm>
          <a:custGeom>
            <a:avLst/>
            <a:gdLst/>
            <a:ahLst/>
            <a:cxnLst/>
            <a:rect l="l" t="t" r="r" b="b"/>
            <a:pathLst>
              <a:path w="7224066" h="6259179">
                <a:moveTo>
                  <a:pt x="0" y="0"/>
                </a:moveTo>
                <a:lnTo>
                  <a:pt x="7224066" y="0"/>
                </a:lnTo>
                <a:lnTo>
                  <a:pt x="722406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9521" t="-25465" r="-26414" b="-17243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0" name="Con vàng sai">
            <a:extLst>
              <a:ext uri="{FF2B5EF4-FFF2-40B4-BE49-F238E27FC236}">
                <a16:creationId xmlns:a16="http://schemas.microsoft.com/office/drawing/2014/main" id="{61B7EBED-D0C6-8156-5C2B-9E55601D2DA3}"/>
              </a:ext>
            </a:extLst>
          </p:cNvPr>
          <p:cNvSpPr/>
          <p:nvPr/>
        </p:nvSpPr>
        <p:spPr>
          <a:xfrm>
            <a:off x="2453700" y="3344418"/>
            <a:ext cx="1277550" cy="1407470"/>
          </a:xfrm>
          <a:custGeom>
            <a:avLst/>
            <a:gdLst/>
            <a:ahLst/>
            <a:cxnLst/>
            <a:rect l="l" t="t" r="r" b="b"/>
            <a:pathLst>
              <a:path w="4658433" h="5132172">
                <a:moveTo>
                  <a:pt x="0" y="0"/>
                </a:moveTo>
                <a:lnTo>
                  <a:pt x="4658433" y="0"/>
                </a:lnTo>
                <a:lnTo>
                  <a:pt x="4658433" y="5132172"/>
                </a:lnTo>
                <a:lnTo>
                  <a:pt x="0" y="5132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33" name="Time 10s chiikawa">
            <a:hlinkClick r:id="" action="ppaction://media"/>
            <a:extLst>
              <a:ext uri="{FF2B5EF4-FFF2-40B4-BE49-F238E27FC236}">
                <a16:creationId xmlns:a16="http://schemas.microsoft.com/office/drawing/2014/main" id="{74C75D26-0E82-A39C-91A4-267679644F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685836" y="-1044093"/>
            <a:ext cx="812800" cy="812800"/>
          </a:xfrm>
          <a:prstGeom prst="rect">
            <a:avLst/>
          </a:prstGeom>
        </p:spPr>
      </p:pic>
      <p:pic>
        <p:nvPicPr>
          <p:cNvPr id="34" name="oiiii đúng">
            <a:hlinkClick r:id="" action="ppaction://media"/>
            <a:extLst>
              <a:ext uri="{FF2B5EF4-FFF2-40B4-BE49-F238E27FC236}">
                <a16:creationId xmlns:a16="http://schemas.microsoft.com/office/drawing/2014/main" id="{D0B7BEDD-EB32-F1C1-C0E5-B655592565F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065880" y="3791358"/>
            <a:ext cx="812800" cy="812800"/>
          </a:xfrm>
          <a:prstGeom prst="rect">
            <a:avLst/>
          </a:prstGeom>
        </p:spPr>
      </p:pic>
      <p:pic>
        <p:nvPicPr>
          <p:cNvPr id="35" name="hmmm sai">
            <a:hlinkClick r:id="" action="ppaction://media"/>
            <a:extLst>
              <a:ext uri="{FF2B5EF4-FFF2-40B4-BE49-F238E27FC236}">
                <a16:creationId xmlns:a16="http://schemas.microsoft.com/office/drawing/2014/main" id="{B52113CF-D939-346D-011D-2D2E219EACE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846050" y="3875179"/>
            <a:ext cx="812800" cy="812800"/>
          </a:xfrm>
          <a:prstGeom prst="rect">
            <a:avLst/>
          </a:prstGeom>
        </p:spPr>
      </p:pic>
      <p:pic>
        <p:nvPicPr>
          <p:cNvPr id="36" name="Sai eeee">
            <a:hlinkClick r:id="" action="ppaction://media"/>
            <a:extLst>
              <a:ext uri="{FF2B5EF4-FFF2-40B4-BE49-F238E27FC236}">
                <a16:creationId xmlns:a16="http://schemas.microsoft.com/office/drawing/2014/main" id="{02B7CB2E-0D3A-5145-00BB-E7F97528B7AD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-1187690" y="5514643"/>
            <a:ext cx="812800" cy="812800"/>
          </a:xfrm>
          <a:prstGeom prst="rect">
            <a:avLst/>
          </a:prstGeom>
        </p:spPr>
      </p:pic>
      <p:pic>
        <p:nvPicPr>
          <p:cNvPr id="37" name="haaa sai vàng ">
            <a:hlinkClick r:id="" action="ppaction://media"/>
            <a:extLst>
              <a:ext uri="{FF2B5EF4-FFF2-40B4-BE49-F238E27FC236}">
                <a16:creationId xmlns:a16="http://schemas.microsoft.com/office/drawing/2014/main" id="{2FD05D4D-C49B-8A87-25EA-FBA0AEDA0C2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2675507" y="5796473"/>
            <a:ext cx="812800" cy="812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65716D4-7C6E-7A55-7039-281F8DC83D1C}"/>
              </a:ext>
            </a:extLst>
          </p:cNvPr>
          <p:cNvSpPr/>
          <p:nvPr/>
        </p:nvSpPr>
        <p:spPr>
          <a:xfrm>
            <a:off x="193115" y="6461760"/>
            <a:ext cx="11798243" cy="295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B2F1D0C-E170-4782-3B6C-776548744138}"/>
              </a:ext>
            </a:extLst>
          </p:cNvPr>
          <p:cNvSpPr/>
          <p:nvPr/>
        </p:nvSpPr>
        <p:spPr>
          <a:xfrm>
            <a:off x="0" y="6377940"/>
            <a:ext cx="12192000" cy="480060"/>
          </a:xfrm>
          <a:custGeom>
            <a:avLst/>
            <a:gdLst>
              <a:gd name="csX0" fmla="*/ 0 w 12192000"/>
              <a:gd name="csY0" fmla="*/ 0 h 480060"/>
              <a:gd name="csX1" fmla="*/ 12192000 w 12192000"/>
              <a:gd name="csY1" fmla="*/ 0 h 480060"/>
              <a:gd name="csX2" fmla="*/ 12192000 w 12192000"/>
              <a:gd name="csY2" fmla="*/ 480060 h 480060"/>
              <a:gd name="csX3" fmla="*/ 0 w 12192000"/>
              <a:gd name="csY3" fmla="*/ 480060 h 480060"/>
              <a:gd name="csX4" fmla="*/ 0 w 12192000"/>
              <a:gd name="csY4" fmla="*/ 0 h 480060"/>
              <a:gd name="csX5" fmla="*/ 307867 w 12192000"/>
              <a:gd name="csY5" fmla="*/ 125278 h 480060"/>
              <a:gd name="csX6" fmla="*/ 193115 w 12192000"/>
              <a:gd name="csY6" fmla="*/ 240030 h 480060"/>
              <a:gd name="csX7" fmla="*/ 307867 w 12192000"/>
              <a:gd name="csY7" fmla="*/ 354782 h 480060"/>
              <a:gd name="csX8" fmla="*/ 11868259 w 12192000"/>
              <a:gd name="csY8" fmla="*/ 354782 h 480060"/>
              <a:gd name="csX9" fmla="*/ 11983011 w 12192000"/>
              <a:gd name="csY9" fmla="*/ 240030 h 480060"/>
              <a:gd name="csX10" fmla="*/ 11868259 w 12192000"/>
              <a:gd name="csY10" fmla="*/ 125278 h 480060"/>
              <a:gd name="csX11" fmla="*/ 307867 w 12192000"/>
              <a:gd name="csY11" fmla="*/ 125278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480060">
                <a:moveTo>
                  <a:pt x="0" y="0"/>
                </a:moveTo>
                <a:lnTo>
                  <a:pt x="12192000" y="0"/>
                </a:lnTo>
                <a:lnTo>
                  <a:pt x="12192000" y="480060"/>
                </a:lnTo>
                <a:lnTo>
                  <a:pt x="0" y="480060"/>
                </a:lnTo>
                <a:lnTo>
                  <a:pt x="0" y="0"/>
                </a:lnTo>
                <a:close/>
                <a:moveTo>
                  <a:pt x="307867" y="125278"/>
                </a:moveTo>
                <a:cubicBezTo>
                  <a:pt x="244491" y="125278"/>
                  <a:pt x="193115" y="176654"/>
                  <a:pt x="193115" y="240030"/>
                </a:cubicBezTo>
                <a:cubicBezTo>
                  <a:pt x="193115" y="303406"/>
                  <a:pt x="244491" y="354782"/>
                  <a:pt x="307867" y="354782"/>
                </a:cubicBezTo>
                <a:lnTo>
                  <a:pt x="11868259" y="354782"/>
                </a:lnTo>
                <a:cubicBezTo>
                  <a:pt x="11931635" y="354782"/>
                  <a:pt x="11983011" y="303406"/>
                  <a:pt x="11983011" y="240030"/>
                </a:cubicBezTo>
                <a:cubicBezTo>
                  <a:pt x="11983011" y="176654"/>
                  <a:pt x="11931635" y="125278"/>
                  <a:pt x="11868259" y="125278"/>
                </a:cubicBezTo>
                <a:lnTo>
                  <a:pt x="307867" y="125278"/>
                </a:lnTo>
                <a:close/>
              </a:path>
            </a:pathLst>
          </a:custGeom>
          <a:solidFill>
            <a:srgbClr val="B67E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2" name="Nhỏ đó hết giờ">
            <a:extLst>
              <a:ext uri="{FF2B5EF4-FFF2-40B4-BE49-F238E27FC236}">
                <a16:creationId xmlns:a16="http://schemas.microsoft.com/office/drawing/2014/main" id="{97B83603-C16E-F59D-1371-B91D9C22B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7527" y="6264895"/>
            <a:ext cx="688756" cy="68875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9C71B19-8271-AEDA-586C-CC78DB70E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62342" y="6093991"/>
            <a:ext cx="927425" cy="927425"/>
          </a:xfrm>
          <a:prstGeom prst="rect">
            <a:avLst/>
          </a:prstGeom>
        </p:spPr>
      </p:pic>
      <p:pic>
        <p:nvPicPr>
          <p:cNvPr id="2" name="!!Picture 42">
            <a:extLst>
              <a:ext uri="{FF2B5EF4-FFF2-40B4-BE49-F238E27FC236}">
                <a16:creationId xmlns:a16="http://schemas.microsoft.com/office/drawing/2014/main" id="{0B11651E-C39B-FC85-E468-A753C3F5683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9887" t="22236" r="16269" b="18911"/>
          <a:stretch>
            <a:fillRect/>
          </a:stretch>
        </p:blipFill>
        <p:spPr>
          <a:xfrm>
            <a:off x="1373852" y="2112803"/>
            <a:ext cx="1672289" cy="1541526"/>
          </a:xfrm>
          <a:prstGeom prst="rect">
            <a:avLst/>
          </a:prstGeom>
        </p:spPr>
      </p:pic>
      <p:pic>
        <p:nvPicPr>
          <p:cNvPr id="3" name="!!Picture 30">
            <a:extLst>
              <a:ext uri="{FF2B5EF4-FFF2-40B4-BE49-F238E27FC236}">
                <a16:creationId xmlns:a16="http://schemas.microsoft.com/office/drawing/2014/main" id="{70E7FC1B-C3E3-75BA-DE0C-A36E3F0A047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19650" y="-54836"/>
            <a:ext cx="1264098" cy="126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1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 p14:presetBounceEnd="72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 p14:presetBounceEnd="72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40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4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22222E-6 L 2.5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1.48148E-6 L 2.91667E-6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10667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10667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667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667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1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49333" decel="50667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3.54167E-6 4.07407E-6 L -3.54167E-6 0.07245 " pathEditMode="relative" rAng="0" ptsTypes="AA">
                                          <p:cBhvr>
                                            <p:cTn id="33" dur="750" spd="-100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361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1" accel="10667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1" accel="10667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42" restart="whenNotActive" fill="hold" evtFilter="cancelBubble" nodeType="interactiveSeq">
                    <p:stCondLst>
                      <p:cond evt="onClick" delay="0">
                        <p:tgtEl>
                          <p:spTgt spid="1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3" fill="hold">
                          <p:stCondLst>
                            <p:cond delay="0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500" tmFilter="0, 0; .2, .5; .8, .5; 1, 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47" dur="250" autoRev="1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42" presetClass="path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7 2.59259E-6 L -0.96771 0.00231 " pathEditMode="relative" rAng="0" ptsTypes="AA">
                                          <p:cBhvr>
                                            <p:cTn id="49" dur="1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8385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0 L -0.94596 0.00972 " pathEditMode="relative" rAng="0" ptsTypes="AA">
                                          <p:cBhvr>
                                            <p:cTn id="51" dur="1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305" y="48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1" presetClass="emph" presetSubtype="2" fill="hold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3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E700"/>
                                          </p:to>
                                        </p:animClr>
                                        <p:set>
                                          <p:cBhvr>
                                            <p:cTn id="54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" presetClass="emph" presetSubtype="2" fill="hold" nodeType="withEffect">
                                      <p:stCondLst>
                                        <p:cond delay="800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5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EE0000"/>
                                          </p:to>
                                        </p:animClr>
                                        <p:set>
                                          <p:cBhvr>
                                            <p:cTn id="5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59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1" presetClass="exit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" presetClass="entr" presetSubtype="0" fill="hold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5" dur="11937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8"/>
                      </p:tgtEl>
                    </p:cond>
                  </p:nextCondLst>
                </p:seq>
                <p:audio>
                  <p:cMediaNode vol="80000">
                    <p:cTn id="66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3"/>
                    </p:tgtEl>
                  </p:cMediaNode>
                </p:audio>
                <p:audio>
                  <p:cMediaNode vol="80000">
                    <p:cTn id="67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4"/>
                    </p:tgtEl>
                  </p:cMediaNode>
                </p:audio>
                <p:audio>
                  <p:cMediaNode vol="80000">
                    <p:cTn id="68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5"/>
                    </p:tgtEl>
                  </p:cMediaNode>
                </p:audio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6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6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75" dur="1044" fill="hold"/>
                                            <p:tgtEl>
                                              <p:spTgt spid="3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22222E-6 L 2.5E-6 -0.04375 " pathEditMode="relative" rAng="0" ptsTypes="AA">
                                          <p:cBhvr>
                                            <p:cTn id="80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7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84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00B050"/>
                                          </p:to>
                                        </p:animClr>
                                        <p:set>
                                          <p:cBhvr>
                                            <p:cTn id="8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8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7" presetID="3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88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6"/>
                      </p:tgtEl>
                    </p:cond>
                  </p:nextCondLst>
                </p:seq>
                <p:seq concurrent="1" nextAc="seek">
                  <p:cTn id="89" restart="whenNotActive" fill="hold" evtFilter="cancelBubble" nodeType="interactiveSeq">
                    <p:stCondLst>
                      <p:cond evt="onClick" delay="0">
                        <p:tgtEl>
                          <p:spTgt spid="19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0" fill="hold">
                          <p:stCondLst>
                            <p:cond delay="0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93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94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5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97" dur="2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98" presetID="16" presetClass="entr" presetSubtype="4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00" dur="25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42" presetClass="path" presetSubtype="0" accel="17000" decel="83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91667E-6 -1.48148E-6 L 2.91667E-6 -0.04375 " pathEditMode="relative" rAng="0" ptsTypes="AA">
                                          <p:cBhvr>
                                            <p:cTn id="102" dur="7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3" presetID="6" presetClass="emph" presetSubtype="0" accel="49333" decel="50667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75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6" dur="1149" fill="hold"/>
                                            <p:tgtEl>
                                              <p:spTgt spid="3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9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Click" delay="0">
                        <p:tgtEl>
                          <p:spTgt spid="2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11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12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13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4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15" dur="2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16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1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08333E-6 1.11111E-6 L 2.08333E-6 -0.04375 " pathEditMode="relative" rAng="0" ptsTypes="AA">
                                          <p:cBhvr>
                                            <p:cTn id="120" dur="7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2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22" dur="1071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23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24" dur="750" fill="hold"/>
                                            <p:tgtEl>
                                              <p:spTgt spid="29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0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Click" delay="0">
                        <p:tgtEl>
                          <p:spTgt spid="2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" presetClass="emph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>
                                            <p:cTn id="129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rgbClr val="FF0000"/>
                                          </p:to>
                                        </p:animClr>
                                        <p:set>
                                          <p:cBhvr>
                                            <p:cTn id="130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131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2" presetID="3" presetClass="emph" presetSubtype="2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133" dur="2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rgbClr val="FFFFFF"/>
                                          </p:to>
                                        </p:animClr>
                                      </p:childTnLst>
                                    </p:cTn>
                                  </p:par>
                                  <p:par>
                                    <p:cTn id="134" presetID="16" presetClass="entr" presetSubtype="4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136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42" presetClass="path" presetSubtype="0" accel="17000" decel="83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2.22222E-6 L 4.16667E-6 -0.04375 " pathEditMode="relative" rAng="0" ptsTypes="AA">
                                          <p:cBhvr>
                                            <p:cTn id="138" dur="7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219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9" presetID="6" presetClass="emph" presetSubtype="0" accel="49333" decel="50667" autoRev="1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40" dur="7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41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42" dur="1567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1"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/>
          <p:bldP spid="8" grpId="1"/>
          <p:bldP spid="19" grpId="0" animBg="1"/>
          <p:bldP spid="19" grpId="1" animBg="1"/>
          <p:bldP spid="20" grpId="0" animBg="1"/>
          <p:bldP spid="20" grpId="1" animBg="1"/>
          <p:bldP spid="21" grpId="0" animBg="1"/>
          <p:bldP spid="21" grpId="1" animBg="1"/>
          <p:bldP spid="27" grpId="0" animBg="1"/>
          <p:bldP spid="27" grpId="1" animBg="1"/>
          <p:bldP spid="27" grpId="2" animBg="1"/>
          <p:bldP spid="29" grpId="0" animBg="1"/>
          <p:bldP spid="29" grpId="1" animBg="1"/>
          <p:bldP spid="29" grpId="2" animBg="1"/>
          <p:bldP spid="30" grpId="0" animBg="1"/>
          <p:bldP spid="30" grpId="1" animBg="1"/>
          <p:bldP spid="30" grpId="2" animBg="1"/>
          <p:bldP spid="26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505</Words>
  <Application>Microsoft Macintosh PowerPoint</Application>
  <PresentationFormat>Widescreen</PresentationFormat>
  <Paragraphs>162</Paragraphs>
  <Slides>20</Slides>
  <Notes>5</Notes>
  <HiddenSlides>0</HiddenSlides>
  <MMClips>20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Baloo Bhaijaan</vt:lpstr>
      <vt:lpstr>iCiel Stabile Regular</vt:lpstr>
      <vt:lpstr>SVN-Good Dog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Nguyễn</dc:creator>
  <cp:lastModifiedBy>Công Nguyễn</cp:lastModifiedBy>
  <cp:revision>3</cp:revision>
  <dcterms:created xsi:type="dcterms:W3CDTF">2026-10-01T02:28:30Z</dcterms:created>
  <dcterms:modified xsi:type="dcterms:W3CDTF">2026-10-06T03:13:29Z</dcterms:modified>
</cp:coreProperties>
</file>